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6"/>
  </p:notesMasterIdLst>
  <p:sldIdLst>
    <p:sldId id="256" r:id="rId5"/>
    <p:sldId id="316" r:id="rId6"/>
    <p:sldId id="297" r:id="rId7"/>
    <p:sldId id="315" r:id="rId8"/>
    <p:sldId id="318" r:id="rId9"/>
    <p:sldId id="422" r:id="rId10"/>
    <p:sldId id="423" r:id="rId11"/>
    <p:sldId id="424" r:id="rId12"/>
    <p:sldId id="317" r:id="rId13"/>
    <p:sldId id="814" r:id="rId14"/>
    <p:sldId id="817" r:id="rId15"/>
    <p:sldId id="815" r:id="rId16"/>
    <p:sldId id="286" r:id="rId17"/>
    <p:sldId id="794" r:id="rId18"/>
    <p:sldId id="867" r:id="rId19"/>
    <p:sldId id="262" r:id="rId20"/>
    <p:sldId id="306" r:id="rId21"/>
    <p:sldId id="823" r:id="rId22"/>
    <p:sldId id="825" r:id="rId23"/>
    <p:sldId id="827" r:id="rId24"/>
    <p:sldId id="828" r:id="rId25"/>
    <p:sldId id="826" r:id="rId26"/>
    <p:sldId id="832" r:id="rId27"/>
    <p:sldId id="829" r:id="rId28"/>
    <p:sldId id="836" r:id="rId29"/>
    <p:sldId id="835" r:id="rId30"/>
    <p:sldId id="839" r:id="rId31"/>
    <p:sldId id="834" r:id="rId32"/>
    <p:sldId id="837" r:id="rId33"/>
    <p:sldId id="840" r:id="rId34"/>
    <p:sldId id="841" r:id="rId35"/>
    <p:sldId id="838" r:id="rId36"/>
    <p:sldId id="842" r:id="rId37"/>
    <p:sldId id="833" r:id="rId38"/>
    <p:sldId id="848" r:id="rId39"/>
    <p:sldId id="849" r:id="rId40"/>
    <p:sldId id="850" r:id="rId41"/>
    <p:sldId id="874" r:id="rId42"/>
    <p:sldId id="870" r:id="rId43"/>
    <p:sldId id="873" r:id="rId44"/>
    <p:sldId id="291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377860-F115-22E0-416D-8EF10F217647}" name="Charlene Soh (RP)" initials="SS" userId="S::charlene_soh@rp.edu.sg::b93226ba-3dc9-436c-83b7-fba51f7e345f" providerId="AD"/>
  <p188:author id="{AF159267-D47A-8E18-F901-2F2241E4F98F}" name="Wong Kheng Leong (RP)" initials="KW" userId="S::wong_kheng_leong@rp.edu.sg::33ea276b-10ba-415e-9d52-c9c325ae9a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B01E"/>
    <a:srgbClr val="DE1A7A"/>
    <a:srgbClr val="1616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66FA5-2770-409F-885F-397EF5F949E9}" v="118" dt="2026-10-25T01:47:01.7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925" autoAdjust="0"/>
  </p:normalViewPr>
  <p:slideViewPr>
    <p:cSldViewPr snapToGrid="0">
      <p:cViewPr varScale="1">
        <p:scale>
          <a:sx n="92" d="100"/>
          <a:sy n="92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dalene Lim (RP)" userId="0d83deb8-e9a9-42ab-ae84-75cdb7b5bd8e" providerId="ADAL" clId="{F480144D-229B-4504-9707-A45AE5F79E10}"/>
    <pc:docChg chg="undo custSel addSld delSld modSld sldOrd modMainMaster modNotesMaster">
      <pc:chgData name="Magdalene Lim (RP)" userId="0d83deb8-e9a9-42ab-ae84-75cdb7b5bd8e" providerId="ADAL" clId="{F480144D-229B-4504-9707-A45AE5F79E10}" dt="2026-10-25T01:59:22.417" v="5581" actId="47"/>
      <pc:docMkLst>
        <pc:docMk/>
      </pc:docMkLst>
      <pc:sldChg chg="delSp mod modNotes modNotesTx">
        <pc:chgData name="Magdalene Lim (RP)" userId="0d83deb8-e9a9-42ab-ae84-75cdb7b5bd8e" providerId="ADAL" clId="{F480144D-229B-4504-9707-A45AE5F79E10}" dt="2026-10-25T01:58:50.901" v="5484" actId="368"/>
        <pc:sldMkLst>
          <pc:docMk/>
          <pc:sldMk cId="5597012" sldId="256"/>
        </pc:sldMkLst>
      </pc:sldChg>
      <pc:sldChg chg="delSp modSp add mod modNotes modNotesTx">
        <pc:chgData name="Magdalene Lim (RP)" userId="0d83deb8-e9a9-42ab-ae84-75cdb7b5bd8e" providerId="ADAL" clId="{F480144D-229B-4504-9707-A45AE5F79E10}" dt="2026-10-25T01:58:50.946" v="5516" actId="368"/>
        <pc:sldMkLst>
          <pc:docMk/>
          <pc:sldMk cId="4016513952" sldId="262"/>
        </pc:sldMkLst>
        <pc:spChg chg="mod">
          <ac:chgData name="Magdalene Lim (RP)" userId="0d83deb8-e9a9-42ab-ae84-75cdb7b5bd8e" providerId="ADAL" clId="{F480144D-229B-4504-9707-A45AE5F79E10}" dt="2026-10-18T09:08:43.136" v="3818" actId="403"/>
          <ac:spMkLst>
            <pc:docMk/>
            <pc:sldMk cId="4016513952" sldId="262"/>
            <ac:spMk id="2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8T09:10:11.866" v="3835" actId="6549"/>
          <ac:spMkLst>
            <pc:docMk/>
            <pc:sldMk cId="4016513952" sldId="262"/>
            <ac:spMk id="6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8T09:10:27.145" v="3848" actId="20577"/>
          <ac:spMkLst>
            <pc:docMk/>
            <pc:sldMk cId="4016513952" sldId="262"/>
            <ac:spMk id="10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18T09:10:51.215" v="3863" actId="20577"/>
          <ac:spMkLst>
            <pc:docMk/>
            <pc:sldMk cId="4016513952" sldId="262"/>
            <ac:spMk id="14" creationId="{00000000-0000-0000-0000-000000000000}"/>
          </ac:spMkLst>
        </pc:spChg>
        <pc:spChg chg="add mod">
          <ac:chgData name="Magdalene Lim (RP)" userId="0d83deb8-e9a9-42ab-ae84-75cdb7b5bd8e" providerId="ADAL" clId="{F480144D-229B-4504-9707-A45AE5F79E10}" dt="2026-10-20T04:52:42.179" v="5307" actId="26606"/>
          <ac:spMkLst>
            <pc:docMk/>
            <pc:sldMk cId="4016513952" sldId="262"/>
            <ac:spMk id="25" creationId="{00000000-0000-0000-0000-000000000000}"/>
          </ac:spMkLst>
        </pc:spChg>
      </pc:sldChg>
      <pc:sldChg chg="addSp modSp add ord modNotes">
        <pc:chgData name="Magdalene Lim (RP)" userId="0d83deb8-e9a9-42ab-ae84-75cdb7b5bd8e" providerId="ADAL" clId="{F480144D-229B-4504-9707-A45AE5F79E10}" dt="2026-10-25T01:58:50.935" v="5508" actId="368"/>
        <pc:sldMkLst>
          <pc:docMk/>
          <pc:sldMk cId="4057366383" sldId="286"/>
        </pc:sldMkLst>
        <pc:spChg chg="mod">
          <ac:chgData name="Magdalene Lim (RP)" userId="0d83deb8-e9a9-42ab-ae84-75cdb7b5bd8e" providerId="ADAL" clId="{F480144D-229B-4504-9707-A45AE5F79E10}" dt="2026-10-16T09:27:10.963" v="2"/>
          <ac:spMkLst>
            <pc:docMk/>
            <pc:sldMk cId="4057366383" sldId="286"/>
            <ac:spMk id="2" creationId="{6D0F8525-ACE8-9DF8-1001-1C281D03FC23}"/>
          </ac:spMkLst>
        </pc:spChg>
        <pc:spChg chg="mod">
          <ac:chgData name="Magdalene Lim (RP)" userId="0d83deb8-e9a9-42ab-ae84-75cdb7b5bd8e" providerId="ADAL" clId="{F480144D-229B-4504-9707-A45AE5F79E10}" dt="2026-10-16T09:27:19.696" v="3" actId="164"/>
          <ac:spMkLst>
            <pc:docMk/>
            <pc:sldMk cId="4057366383" sldId="286"/>
            <ac:spMk id="6" creationId="{636FBD32-BA94-9365-463B-6D0FBD3A8A8C}"/>
          </ac:spMkLst>
        </pc:spChg>
        <pc:spChg chg="mod">
          <ac:chgData name="Magdalene Lim (RP)" userId="0d83deb8-e9a9-42ab-ae84-75cdb7b5bd8e" providerId="ADAL" clId="{F480144D-229B-4504-9707-A45AE5F79E10}" dt="2026-10-16T09:27:19.696" v="3" actId="164"/>
          <ac:spMkLst>
            <pc:docMk/>
            <pc:sldMk cId="4057366383" sldId="286"/>
            <ac:spMk id="8" creationId="{7C0C7B5D-3474-C302-8C79-2577A1E331D6}"/>
          </ac:spMkLst>
        </pc:spChg>
        <pc:spChg chg="mod">
          <ac:chgData name="Magdalene Lim (RP)" userId="0d83deb8-e9a9-42ab-ae84-75cdb7b5bd8e" providerId="ADAL" clId="{F480144D-229B-4504-9707-A45AE5F79E10}" dt="2026-10-16T09:27:19.696" v="3" actId="164"/>
          <ac:spMkLst>
            <pc:docMk/>
            <pc:sldMk cId="4057366383" sldId="286"/>
            <ac:spMk id="10" creationId="{9193A1F7-5F4B-CB55-BE67-F82977AFC73A}"/>
          </ac:spMkLst>
        </pc:spChg>
        <pc:grpChg chg="add mod">
          <ac:chgData name="Magdalene Lim (RP)" userId="0d83deb8-e9a9-42ab-ae84-75cdb7b5bd8e" providerId="ADAL" clId="{F480144D-229B-4504-9707-A45AE5F79E10}" dt="2026-10-16T09:27:19.696" v="3" actId="164"/>
          <ac:grpSpMkLst>
            <pc:docMk/>
            <pc:sldMk cId="4057366383" sldId="286"/>
            <ac:grpSpMk id="3" creationId="{C96C2995-3141-98A7-AEB1-1E10659B9CDB}"/>
          </ac:grpSpMkLst>
        </pc:grpChg>
        <pc:picChg chg="mod">
          <ac:chgData name="Magdalene Lim (RP)" userId="0d83deb8-e9a9-42ab-ae84-75cdb7b5bd8e" providerId="ADAL" clId="{F480144D-229B-4504-9707-A45AE5F79E10}" dt="2026-10-16T09:27:19.696" v="3" actId="164"/>
          <ac:picMkLst>
            <pc:docMk/>
            <pc:sldMk cId="4057366383" sldId="286"/>
            <ac:picMk id="4" creationId="{EAAC4A26-FD62-295A-61F1-AA0FEC4414E4}"/>
          </ac:picMkLst>
        </pc:picChg>
      </pc:sldChg>
      <pc:sldChg chg="add">
        <pc:chgData name="Magdalene Lim (RP)" userId="0d83deb8-e9a9-42ab-ae84-75cdb7b5bd8e" providerId="ADAL" clId="{F480144D-229B-4504-9707-A45AE5F79E10}" dt="2026-10-20T04:44:07.980" v="5295"/>
        <pc:sldMkLst>
          <pc:docMk/>
          <pc:sldMk cId="3935850767" sldId="291"/>
        </pc:sldMkLst>
      </pc:sldChg>
      <pc:sldChg chg="modSp mod modNotes">
        <pc:chgData name="Magdalene Lim (RP)" userId="0d83deb8-e9a9-42ab-ae84-75cdb7b5bd8e" providerId="ADAL" clId="{F480144D-229B-4504-9707-A45AE5F79E10}" dt="2026-10-25T01:58:50.903" v="5488" actId="368"/>
        <pc:sldMkLst>
          <pc:docMk/>
          <pc:sldMk cId="1081680909" sldId="297"/>
        </pc:sldMkLst>
        <pc:spChg chg="mod">
          <ac:chgData name="Magdalene Lim (RP)" userId="0d83deb8-e9a9-42ab-ae84-75cdb7b5bd8e" providerId="ADAL" clId="{F480144D-229B-4504-9707-A45AE5F79E10}" dt="2026-10-20T02:38:12.911" v="4967" actId="20577"/>
          <ac:spMkLst>
            <pc:docMk/>
            <pc:sldMk cId="1081680909" sldId="297"/>
            <ac:spMk id="2" creationId="{09252675-CCE8-D924-851F-E5DDD8BFE94A}"/>
          </ac:spMkLst>
        </pc:spChg>
      </pc:sldChg>
      <pc:sldChg chg="delSp modSp add mod modNotes modNotesTx">
        <pc:chgData name="Magdalene Lim (RP)" userId="0d83deb8-e9a9-42ab-ae84-75cdb7b5bd8e" providerId="ADAL" clId="{F480144D-229B-4504-9707-A45AE5F79E10}" dt="2026-10-25T01:58:50.948" v="5518" actId="368"/>
        <pc:sldMkLst>
          <pc:docMk/>
          <pc:sldMk cId="1370177269" sldId="306"/>
        </pc:sldMkLst>
        <pc:spChg chg="mod">
          <ac:chgData name="Magdalene Lim (RP)" userId="0d83deb8-e9a9-42ab-ae84-75cdb7b5bd8e" providerId="ADAL" clId="{F480144D-229B-4504-9707-A45AE5F79E10}" dt="2026-10-18T09:15:38.098" v="4044" actId="404"/>
          <ac:spMkLst>
            <pc:docMk/>
            <pc:sldMk cId="1370177269" sldId="306"/>
            <ac:spMk id="3" creationId="{00000000-0000-0000-0000-000000000000}"/>
          </ac:spMkLst>
        </pc:spChg>
        <pc:spChg chg="mod">
          <ac:chgData name="Magdalene Lim (RP)" userId="0d83deb8-e9a9-42ab-ae84-75cdb7b5bd8e" providerId="ADAL" clId="{F480144D-229B-4504-9707-A45AE5F79E10}" dt="2026-10-20T02:48:37.153" v="5074" actId="1035"/>
          <ac:spMkLst>
            <pc:docMk/>
            <pc:sldMk cId="1370177269" sldId="306"/>
            <ac:spMk id="4" creationId="{00000000-0000-0000-0000-000000000000}"/>
          </ac:spMkLst>
        </pc:spChg>
      </pc:sldChg>
      <pc:sldChg chg="modNotes">
        <pc:chgData name="Magdalene Lim (RP)" userId="0d83deb8-e9a9-42ab-ae84-75cdb7b5bd8e" providerId="ADAL" clId="{F480144D-229B-4504-9707-A45AE5F79E10}" dt="2026-10-25T01:58:50.903" v="5490" actId="368"/>
        <pc:sldMkLst>
          <pc:docMk/>
          <pc:sldMk cId="862099007" sldId="315"/>
        </pc:sldMkLst>
      </pc:sldChg>
      <pc:sldChg chg="modNotes">
        <pc:chgData name="Magdalene Lim (RP)" userId="0d83deb8-e9a9-42ab-ae84-75cdb7b5bd8e" providerId="ADAL" clId="{F480144D-229B-4504-9707-A45AE5F79E10}" dt="2026-10-25T01:58:50.903" v="5486" actId="368"/>
        <pc:sldMkLst>
          <pc:docMk/>
          <pc:sldMk cId="3917998090" sldId="316"/>
        </pc:sldMkLst>
      </pc:sldChg>
      <pc:sldChg chg="modNotes">
        <pc:chgData name="Magdalene Lim (RP)" userId="0d83deb8-e9a9-42ab-ae84-75cdb7b5bd8e" providerId="ADAL" clId="{F480144D-229B-4504-9707-A45AE5F79E10}" dt="2026-10-25T01:58:50.910" v="5500" actId="368"/>
        <pc:sldMkLst>
          <pc:docMk/>
          <pc:sldMk cId="3912164408" sldId="317"/>
        </pc:sldMkLst>
      </pc:sldChg>
      <pc:sldChg chg="modNotes modNotesTx">
        <pc:chgData name="Magdalene Lim (RP)" userId="0d83deb8-e9a9-42ab-ae84-75cdb7b5bd8e" providerId="ADAL" clId="{F480144D-229B-4504-9707-A45AE5F79E10}" dt="2026-10-25T01:58:50.910" v="5492" actId="368"/>
        <pc:sldMkLst>
          <pc:docMk/>
          <pc:sldMk cId="0" sldId="318"/>
        </pc:sldMkLst>
      </pc:sldChg>
      <pc:sldChg chg="modNotes">
        <pc:chgData name="Magdalene Lim (RP)" userId="0d83deb8-e9a9-42ab-ae84-75cdb7b5bd8e" providerId="ADAL" clId="{F480144D-229B-4504-9707-A45AE5F79E10}" dt="2026-10-25T01:58:50.910" v="5494" actId="368"/>
        <pc:sldMkLst>
          <pc:docMk/>
          <pc:sldMk cId="2309216715" sldId="422"/>
        </pc:sldMkLst>
      </pc:sldChg>
      <pc:sldChg chg="modNotes">
        <pc:chgData name="Magdalene Lim (RP)" userId="0d83deb8-e9a9-42ab-ae84-75cdb7b5bd8e" providerId="ADAL" clId="{F480144D-229B-4504-9707-A45AE5F79E10}" dt="2026-10-25T01:58:50.910" v="5496" actId="368"/>
        <pc:sldMkLst>
          <pc:docMk/>
          <pc:sldMk cId="1998044317" sldId="423"/>
        </pc:sldMkLst>
      </pc:sldChg>
      <pc:sldChg chg="modNotes">
        <pc:chgData name="Magdalene Lim (RP)" userId="0d83deb8-e9a9-42ab-ae84-75cdb7b5bd8e" providerId="ADAL" clId="{F480144D-229B-4504-9707-A45AE5F79E10}" dt="2026-10-25T01:58:50.910" v="5498" actId="368"/>
        <pc:sldMkLst>
          <pc:docMk/>
          <pc:sldMk cId="3201443413" sldId="424"/>
        </pc:sldMkLst>
      </pc:sldChg>
      <pc:sldChg chg="addSp delSp modSp add mod modNotes">
        <pc:chgData name="Magdalene Lim (RP)" userId="0d83deb8-e9a9-42ab-ae84-75cdb7b5bd8e" providerId="ADAL" clId="{F480144D-229B-4504-9707-A45AE5F79E10}" dt="2026-10-25T01:58:50.937" v="5510" actId="368"/>
        <pc:sldMkLst>
          <pc:docMk/>
          <pc:sldMk cId="548780078" sldId="794"/>
        </pc:sldMkLst>
        <pc:spChg chg="mod">
          <ac:chgData name="Magdalene Lim (RP)" userId="0d83deb8-e9a9-42ab-ae84-75cdb7b5bd8e" providerId="ADAL" clId="{F480144D-229B-4504-9707-A45AE5F79E10}" dt="2026-10-18T06:37:16.861" v="209" actId="1076"/>
          <ac:spMkLst>
            <pc:docMk/>
            <pc:sldMk cId="548780078" sldId="794"/>
            <ac:spMk id="3" creationId="{7399B8AE-38CD-B744-6007-CAD281659C41}"/>
          </ac:spMkLst>
        </pc:spChg>
        <pc:spChg chg="mod">
          <ac:chgData name="Magdalene Lim (RP)" userId="0d83deb8-e9a9-42ab-ae84-75cdb7b5bd8e" providerId="ADAL" clId="{F480144D-229B-4504-9707-A45AE5F79E10}" dt="2026-10-20T02:40:31.043" v="4982" actId="1076"/>
          <ac:spMkLst>
            <pc:docMk/>
            <pc:sldMk cId="548780078" sldId="794"/>
            <ac:spMk id="5" creationId="{93284FAD-93EF-6C57-E5CB-8321F0288C7E}"/>
          </ac:spMkLst>
        </pc:spChg>
        <pc:spChg chg="mod">
          <ac:chgData name="Magdalene Lim (RP)" userId="0d83deb8-e9a9-42ab-ae84-75cdb7b5bd8e" providerId="ADAL" clId="{F480144D-229B-4504-9707-A45AE5F79E10}" dt="2026-10-16T09:28:33.060" v="4" actId="164"/>
          <ac:spMkLst>
            <pc:docMk/>
            <pc:sldMk cId="548780078" sldId="794"/>
            <ac:spMk id="6" creationId="{73A099B5-9751-AF08-D53C-4C83A768B607}"/>
          </ac:spMkLst>
        </pc:spChg>
        <pc:spChg chg="mod">
          <ac:chgData name="Magdalene Lim (RP)" userId="0d83deb8-e9a9-42ab-ae84-75cdb7b5bd8e" providerId="ADAL" clId="{F480144D-229B-4504-9707-A45AE5F79E10}" dt="2026-10-18T06:37:19.993" v="210" actId="14100"/>
          <ac:spMkLst>
            <pc:docMk/>
            <pc:sldMk cId="548780078" sldId="794"/>
            <ac:spMk id="7" creationId="{B7797DF5-F184-69B0-F2CF-3FD4F4871FCF}"/>
          </ac:spMkLst>
        </pc:spChg>
        <pc:spChg chg="mod">
          <ac:chgData name="Magdalene Lim (RP)" userId="0d83deb8-e9a9-42ab-ae84-75cdb7b5bd8e" providerId="ADAL" clId="{F480144D-229B-4504-9707-A45AE5F79E10}" dt="2026-10-16T09:28:33.060" v="4" actId="164"/>
          <ac:spMkLst>
            <pc:docMk/>
            <pc:sldMk cId="548780078" sldId="794"/>
            <ac:spMk id="8" creationId="{56B0EA4E-39B2-A16D-AD6C-C13504F320B4}"/>
          </ac:spMkLst>
        </pc:spChg>
        <pc:spChg chg="mod">
          <ac:chgData name="Magdalene Lim (RP)" userId="0d83deb8-e9a9-42ab-ae84-75cdb7b5bd8e" providerId="ADAL" clId="{F480144D-229B-4504-9707-A45AE5F79E10}" dt="2026-10-18T06:37:06.448" v="205" actId="1076"/>
          <ac:spMkLst>
            <pc:docMk/>
            <pc:sldMk cId="548780078" sldId="794"/>
            <ac:spMk id="9" creationId="{57B9BCF8-9617-E1A4-0C29-E262D6DB5DFE}"/>
          </ac:spMkLst>
        </pc:spChg>
        <pc:spChg chg="mod">
          <ac:chgData name="Magdalene Lim (RP)" userId="0d83deb8-e9a9-42ab-ae84-75cdb7b5bd8e" providerId="ADAL" clId="{F480144D-229B-4504-9707-A45AE5F79E10}" dt="2026-10-16T09:28:33.060" v="4" actId="164"/>
          <ac:spMkLst>
            <pc:docMk/>
            <pc:sldMk cId="548780078" sldId="794"/>
            <ac:spMk id="10" creationId="{A3DBD350-E19B-548B-79DB-0ACEA2EDEE2C}"/>
          </ac:spMkLst>
        </pc:spChg>
        <pc:spChg chg="add mod">
          <ac:chgData name="Magdalene Lim (RP)" userId="0d83deb8-e9a9-42ab-ae84-75cdb7b5bd8e" providerId="ADAL" clId="{F480144D-229B-4504-9707-A45AE5F79E10}" dt="2026-10-20T02:40:34.119" v="4983" actId="1076"/>
          <ac:spMkLst>
            <pc:docMk/>
            <pc:sldMk cId="548780078" sldId="794"/>
            <ac:spMk id="12" creationId="{AF3824CB-EEFB-C444-845D-D757FCAAC0F1}"/>
          </ac:spMkLst>
        </pc:spChg>
        <pc:spChg chg="add mod">
          <ac:chgData name="Magdalene Lim (RP)" userId="0d83deb8-e9a9-42ab-ae84-75cdb7b5bd8e" providerId="ADAL" clId="{F480144D-229B-4504-9707-A45AE5F79E10}" dt="2026-10-18T06:37:32.802" v="212" actId="20577"/>
          <ac:spMkLst>
            <pc:docMk/>
            <pc:sldMk cId="548780078" sldId="794"/>
            <ac:spMk id="13" creationId="{817AE896-5D5A-9086-E409-CBF58B014977}"/>
          </ac:spMkLst>
        </pc:spChg>
        <pc:grpChg chg="add mod">
          <ac:chgData name="Magdalene Lim (RP)" userId="0d83deb8-e9a9-42ab-ae84-75cdb7b5bd8e" providerId="ADAL" clId="{F480144D-229B-4504-9707-A45AE5F79E10}" dt="2026-10-18T06:36:59.045" v="202" actId="1076"/>
          <ac:grpSpMkLst>
            <pc:docMk/>
            <pc:sldMk cId="548780078" sldId="794"/>
            <ac:grpSpMk id="11" creationId="{4F35A0CB-1D0B-0FA8-996E-1919FF8F3225}"/>
          </ac:grpSpMkLst>
        </pc:grpChg>
        <pc:picChg chg="mod">
          <ac:chgData name="Magdalene Lim (RP)" userId="0d83deb8-e9a9-42ab-ae84-75cdb7b5bd8e" providerId="ADAL" clId="{F480144D-229B-4504-9707-A45AE5F79E10}" dt="2026-10-16T09:28:33.060" v="4" actId="164"/>
          <ac:picMkLst>
            <pc:docMk/>
            <pc:sldMk cId="548780078" sldId="794"/>
            <ac:picMk id="4" creationId="{029F803A-FD3B-8DCD-2BA3-E38FC37AC7C2}"/>
          </ac:picMkLst>
        </pc:picChg>
      </pc:sldChg>
      <pc:sldChg chg="add modNotes">
        <pc:chgData name="Magdalene Lim (RP)" userId="0d83deb8-e9a9-42ab-ae84-75cdb7b5bd8e" providerId="ADAL" clId="{F480144D-229B-4504-9707-A45AE5F79E10}" dt="2026-10-25T01:58:50.927" v="5502" actId="368"/>
        <pc:sldMkLst>
          <pc:docMk/>
          <pc:sldMk cId="3309578233" sldId="814"/>
        </pc:sldMkLst>
      </pc:sldChg>
      <pc:sldChg chg="add modNotes">
        <pc:chgData name="Magdalene Lim (RP)" userId="0d83deb8-e9a9-42ab-ae84-75cdb7b5bd8e" providerId="ADAL" clId="{F480144D-229B-4504-9707-A45AE5F79E10}" dt="2026-10-25T01:58:50.933" v="5506" actId="368"/>
        <pc:sldMkLst>
          <pc:docMk/>
          <pc:sldMk cId="3753091660" sldId="815"/>
        </pc:sldMkLst>
      </pc:sldChg>
      <pc:sldChg chg="modSp add mod ord modNotes">
        <pc:chgData name="Magdalene Lim (RP)" userId="0d83deb8-e9a9-42ab-ae84-75cdb7b5bd8e" providerId="ADAL" clId="{F480144D-229B-4504-9707-A45AE5F79E10}" dt="2026-10-25T01:58:50.931" v="5504" actId="368"/>
        <pc:sldMkLst>
          <pc:docMk/>
          <pc:sldMk cId="868429601" sldId="817"/>
        </pc:sldMkLst>
        <pc:spChg chg="mod">
          <ac:chgData name="Magdalene Lim (RP)" userId="0d83deb8-e9a9-42ab-ae84-75cdb7b5bd8e" providerId="ADAL" clId="{F480144D-229B-4504-9707-A45AE5F79E10}" dt="2026-10-18T09:46:01.980" v="4619" actId="20577"/>
          <ac:spMkLst>
            <pc:docMk/>
            <pc:sldMk cId="868429601" sldId="817"/>
            <ac:spMk id="2" creationId="{1598CF91-4830-E388-4707-CBCE43C5B17D}"/>
          </ac:spMkLst>
        </pc:spChg>
        <pc:spChg chg="mod">
          <ac:chgData name="Magdalene Lim (RP)" userId="0d83deb8-e9a9-42ab-ae84-75cdb7b5bd8e" providerId="ADAL" clId="{F480144D-229B-4504-9707-A45AE5F79E10}" dt="2026-10-19T00:42:37.117" v="4630" actId="113"/>
          <ac:spMkLst>
            <pc:docMk/>
            <pc:sldMk cId="868429601" sldId="817"/>
            <ac:spMk id="3" creationId="{F76B66D4-7531-9094-CDFB-ACCD02B492CE}"/>
          </ac:spMkLst>
        </pc:spChg>
      </pc:sldChg>
      <pc:sldChg chg="addSp delSp modSp new mod ord modNotes">
        <pc:chgData name="Magdalene Lim (RP)" userId="0d83deb8-e9a9-42ab-ae84-75cdb7b5bd8e" providerId="ADAL" clId="{F480144D-229B-4504-9707-A45AE5F79E10}" dt="2026-10-25T01:58:50.950" v="5520" actId="368"/>
        <pc:sldMkLst>
          <pc:docMk/>
          <pc:sldMk cId="1263477096" sldId="823"/>
        </pc:sldMkLst>
        <pc:spChg chg="mod">
          <ac:chgData name="Magdalene Lim (RP)" userId="0d83deb8-e9a9-42ab-ae84-75cdb7b5bd8e" providerId="ADAL" clId="{F480144D-229B-4504-9707-A45AE5F79E10}" dt="2026-10-20T02:49:12.111" v="5077" actId="2710"/>
          <ac:spMkLst>
            <pc:docMk/>
            <pc:sldMk cId="1263477096" sldId="823"/>
            <ac:spMk id="2" creationId="{24709D50-23C2-9575-72A9-4D4E9C9397EB}"/>
          </ac:spMkLst>
        </pc:spChg>
        <pc:spChg chg="mod">
          <ac:chgData name="Magdalene Lim (RP)" userId="0d83deb8-e9a9-42ab-ae84-75cdb7b5bd8e" providerId="ADAL" clId="{F480144D-229B-4504-9707-A45AE5F79E10}" dt="2026-10-20T04:26:30.797" v="5258" actId="20577"/>
          <ac:spMkLst>
            <pc:docMk/>
            <pc:sldMk cId="1263477096" sldId="823"/>
            <ac:spMk id="4" creationId="{E7492BAB-E587-E1FA-8F7B-5DD044134A25}"/>
          </ac:spMkLst>
        </pc:spChg>
        <pc:graphicFrameChg chg="add del mod modGraphic">
          <ac:chgData name="Magdalene Lim (RP)" userId="0d83deb8-e9a9-42ab-ae84-75cdb7b5bd8e" providerId="ADAL" clId="{F480144D-229B-4504-9707-A45AE5F79E10}" dt="2026-10-20T02:48:58.974" v="5076" actId="403"/>
          <ac:graphicFrameMkLst>
            <pc:docMk/>
            <pc:sldMk cId="1263477096" sldId="823"/>
            <ac:graphicFrameMk id="5" creationId="{EA6504F9-F008-9973-1699-AA16531AB58D}"/>
          </ac:graphicFrameMkLst>
        </pc:graphicFrameChg>
        <pc:picChg chg="add mod">
          <ac:chgData name="Magdalene Lim (RP)" userId="0d83deb8-e9a9-42ab-ae84-75cdb7b5bd8e" providerId="ADAL" clId="{F480144D-229B-4504-9707-A45AE5F79E10}" dt="2026-10-18T06:46:45.326" v="345" actId="1035"/>
          <ac:picMkLst>
            <pc:docMk/>
            <pc:sldMk cId="1263477096" sldId="823"/>
            <ac:picMk id="7" creationId="{9F2866F0-6DD6-52C7-1210-25BE72B23FA4}"/>
          </ac:picMkLst>
        </pc:picChg>
      </pc:sldChg>
      <pc:sldChg chg="addSp modSp add del mod modNotes">
        <pc:chgData name="Magdalene Lim (RP)" userId="0d83deb8-e9a9-42ab-ae84-75cdb7b5bd8e" providerId="ADAL" clId="{F480144D-229B-4504-9707-A45AE5F79E10}" dt="2026-10-25T01:59:04.156" v="5576" actId="47"/>
        <pc:sldMkLst>
          <pc:docMk/>
          <pc:sldMk cId="650328243" sldId="824"/>
        </pc:sldMkLst>
        <pc:spChg chg="mod">
          <ac:chgData name="Magdalene Lim (RP)" userId="0d83deb8-e9a9-42ab-ae84-75cdb7b5bd8e" providerId="ADAL" clId="{F480144D-229B-4504-9707-A45AE5F79E10}" dt="2026-10-20T02:49:16.685" v="5078" actId="2710"/>
          <ac:spMkLst>
            <pc:docMk/>
            <pc:sldMk cId="650328243" sldId="824"/>
            <ac:spMk id="2" creationId="{62E168DE-00C8-164E-B3F5-FCC3FEB73527}"/>
          </ac:spMkLst>
        </pc:spChg>
        <pc:spChg chg="mod">
          <ac:chgData name="Magdalene Lim (RP)" userId="0d83deb8-e9a9-42ab-ae84-75cdb7b5bd8e" providerId="ADAL" clId="{F480144D-229B-4504-9707-A45AE5F79E10}" dt="2026-10-20T04:29:19.908" v="5260" actId="20577"/>
          <ac:spMkLst>
            <pc:docMk/>
            <pc:sldMk cId="650328243" sldId="824"/>
            <ac:spMk id="4" creationId="{F3DA2396-44DE-1229-F806-9A08E00E3613}"/>
          </ac:spMkLst>
        </pc:spChg>
        <pc:spChg chg="add mod">
          <ac:chgData name="Magdalene Lim (RP)" userId="0d83deb8-e9a9-42ab-ae84-75cdb7b5bd8e" providerId="ADAL" clId="{F480144D-229B-4504-9707-A45AE5F79E10}" dt="2026-10-18T08:27:33.228" v="2727" actId="20577"/>
          <ac:spMkLst>
            <pc:docMk/>
            <pc:sldMk cId="650328243" sldId="824"/>
            <ac:spMk id="6" creationId="{ABE49B32-227D-7A71-875E-05B6B8867FBE}"/>
          </ac:spMkLst>
        </pc:spChg>
        <pc:graphicFrameChg chg="modGraphic">
          <ac:chgData name="Magdalene Lim (RP)" userId="0d83deb8-e9a9-42ab-ae84-75cdb7b5bd8e" providerId="ADAL" clId="{F480144D-229B-4504-9707-A45AE5F79E10}" dt="2026-10-20T02:48:53.174" v="5075" actId="403"/>
          <ac:graphicFrameMkLst>
            <pc:docMk/>
            <pc:sldMk cId="650328243" sldId="824"/>
            <ac:graphicFrameMk id="5" creationId="{93750DC1-5AEF-74F3-5C98-29B1C04ED229}"/>
          </ac:graphicFrameMkLst>
        </pc:graphicFrameChg>
      </pc:sldChg>
      <pc:sldChg chg="modSp new mod modNotes">
        <pc:chgData name="Magdalene Lim (RP)" userId="0d83deb8-e9a9-42ab-ae84-75cdb7b5bd8e" providerId="ADAL" clId="{F480144D-229B-4504-9707-A45AE5F79E10}" dt="2026-10-25T01:58:50.956" v="5524" actId="368"/>
        <pc:sldMkLst>
          <pc:docMk/>
          <pc:sldMk cId="1694263890" sldId="825"/>
        </pc:sldMkLst>
        <pc:spChg chg="mod">
          <ac:chgData name="Magdalene Lim (RP)" userId="0d83deb8-e9a9-42ab-ae84-75cdb7b5bd8e" providerId="ADAL" clId="{F480144D-229B-4504-9707-A45AE5F79E10}" dt="2026-10-19T03:36:24.109" v="4799" actId="404"/>
          <ac:spMkLst>
            <pc:docMk/>
            <pc:sldMk cId="1694263890" sldId="825"/>
            <ac:spMk id="2" creationId="{832AE4F9-CEAC-C518-F76E-4985270A7888}"/>
          </ac:spMkLst>
        </pc:spChg>
      </pc:sldChg>
      <pc:sldChg chg="addSp modSp new mod modNotes">
        <pc:chgData name="Magdalene Lim (RP)" userId="0d83deb8-e9a9-42ab-ae84-75cdb7b5bd8e" providerId="ADAL" clId="{F480144D-229B-4504-9707-A45AE5F79E10}" dt="2026-10-25T01:58:50.958" v="5530" actId="368"/>
        <pc:sldMkLst>
          <pc:docMk/>
          <pc:sldMk cId="2515161306" sldId="826"/>
        </pc:sldMkLst>
        <pc:spChg chg="mod">
          <ac:chgData name="Magdalene Lim (RP)" userId="0d83deb8-e9a9-42ab-ae84-75cdb7b5bd8e" providerId="ADAL" clId="{F480144D-229B-4504-9707-A45AE5F79E10}" dt="2026-10-18T09:47:15.947" v="4621" actId="14100"/>
          <ac:spMkLst>
            <pc:docMk/>
            <pc:sldMk cId="2515161306" sldId="826"/>
            <ac:spMk id="2" creationId="{FC065964-FE65-AC37-6AD3-FC5F460F5BFD}"/>
          </ac:spMkLst>
        </pc:spChg>
        <pc:spChg chg="mod">
          <ac:chgData name="Magdalene Lim (RP)" userId="0d83deb8-e9a9-42ab-ae84-75cdb7b5bd8e" providerId="ADAL" clId="{F480144D-229B-4504-9707-A45AE5F79E10}" dt="2026-10-18T07:18:59.033" v="654" actId="20577"/>
          <ac:spMkLst>
            <pc:docMk/>
            <pc:sldMk cId="2515161306" sldId="826"/>
            <ac:spMk id="4" creationId="{0F8C3C89-6DD7-0000-D77A-0E59C2058956}"/>
          </ac:spMkLst>
        </pc:spChg>
        <pc:spChg chg="add">
          <ac:chgData name="Magdalene Lim (RP)" userId="0d83deb8-e9a9-42ab-ae84-75cdb7b5bd8e" providerId="ADAL" clId="{F480144D-229B-4504-9707-A45AE5F79E10}" dt="2026-10-18T08:28:30.333" v="2734" actId="22"/>
          <ac:spMkLst>
            <pc:docMk/>
            <pc:sldMk cId="2515161306" sldId="826"/>
            <ac:spMk id="8" creationId="{1A382422-779B-B524-2CA5-4124E8AE097C}"/>
          </ac:spMkLst>
        </pc:spChg>
        <pc:picChg chg="add">
          <ac:chgData name="Magdalene Lim (RP)" userId="0d83deb8-e9a9-42ab-ae84-75cdb7b5bd8e" providerId="ADAL" clId="{F480144D-229B-4504-9707-A45AE5F79E10}" dt="2026-10-18T08:28:30.333" v="2734" actId="22"/>
          <ac:picMkLst>
            <pc:docMk/>
            <pc:sldMk cId="2515161306" sldId="826"/>
            <ac:picMk id="6" creationId="{1A6E64BD-D441-7564-D4A0-D2A153DFB6A4}"/>
          </ac:picMkLst>
        </pc:picChg>
      </pc:sldChg>
      <pc:sldChg chg="addSp modSp new mod modClrScheme chgLayout modNotes">
        <pc:chgData name="Magdalene Lim (RP)" userId="0d83deb8-e9a9-42ab-ae84-75cdb7b5bd8e" providerId="ADAL" clId="{F480144D-229B-4504-9707-A45AE5F79E10}" dt="2026-10-25T01:58:50.958" v="5526" actId="368"/>
        <pc:sldMkLst>
          <pc:docMk/>
          <pc:sldMk cId="3633575980" sldId="827"/>
        </pc:sldMkLst>
        <pc:spChg chg="mod ord">
          <ac:chgData name="Magdalene Lim (RP)" userId="0d83deb8-e9a9-42ab-ae84-75cdb7b5bd8e" providerId="ADAL" clId="{F480144D-229B-4504-9707-A45AE5F79E10}" dt="2026-10-18T06:59:52.172" v="449" actId="26606"/>
          <ac:spMkLst>
            <pc:docMk/>
            <pc:sldMk cId="3633575980" sldId="827"/>
            <ac:spMk id="2" creationId="{72C38C27-16AB-8CD1-686F-2EB15807C6E9}"/>
          </ac:spMkLst>
        </pc:spChg>
        <pc:spChg chg="mod">
          <ac:chgData name="Magdalene Lim (RP)" userId="0d83deb8-e9a9-42ab-ae84-75cdb7b5bd8e" providerId="ADAL" clId="{F480144D-229B-4504-9707-A45AE5F79E10}" dt="2026-10-18T06:59:52.172" v="449" actId="26606"/>
          <ac:spMkLst>
            <pc:docMk/>
            <pc:sldMk cId="3633575980" sldId="827"/>
            <ac:spMk id="3" creationId="{734D836F-7791-777C-DBCB-9A4392379B32}"/>
          </ac:spMkLst>
        </pc:spChg>
        <pc:spChg chg="mod ord">
          <ac:chgData name="Magdalene Lim (RP)" userId="0d83deb8-e9a9-42ab-ae84-75cdb7b5bd8e" providerId="ADAL" clId="{F480144D-229B-4504-9707-A45AE5F79E10}" dt="2026-10-18T06:59:52.172" v="449" actId="26606"/>
          <ac:spMkLst>
            <pc:docMk/>
            <pc:sldMk cId="3633575980" sldId="827"/>
            <ac:spMk id="4" creationId="{F824ECC9-4DB8-7709-7D1D-56B50A417291}"/>
          </ac:spMkLst>
        </pc:spChg>
        <pc:spChg chg="add mod">
          <ac:chgData name="Magdalene Lim (RP)" userId="0d83deb8-e9a9-42ab-ae84-75cdb7b5bd8e" providerId="ADAL" clId="{F480144D-229B-4504-9707-A45AE5F79E10}" dt="2026-10-18T07:04:07.626" v="507" actId="1076"/>
          <ac:spMkLst>
            <pc:docMk/>
            <pc:sldMk cId="3633575980" sldId="827"/>
            <ac:spMk id="7" creationId="{7264BBF3-26DD-B25C-CAA4-59C018BAD5B0}"/>
          </ac:spMkLst>
        </pc:spChg>
        <pc:picChg chg="add mod">
          <ac:chgData name="Magdalene Lim (RP)" userId="0d83deb8-e9a9-42ab-ae84-75cdb7b5bd8e" providerId="ADAL" clId="{F480144D-229B-4504-9707-A45AE5F79E10}" dt="2026-10-18T06:59:52.172" v="449" actId="26606"/>
          <ac:picMkLst>
            <pc:docMk/>
            <pc:sldMk cId="3633575980" sldId="827"/>
            <ac:picMk id="6" creationId="{917B648E-A4E0-1578-BD63-A1271130D49A}"/>
          </ac:picMkLst>
        </pc:picChg>
      </pc:sldChg>
      <pc:sldChg chg="addSp modSp add mod modClrScheme chgLayout modNotes">
        <pc:chgData name="Magdalene Lim (RP)" userId="0d83deb8-e9a9-42ab-ae84-75cdb7b5bd8e" providerId="ADAL" clId="{F480144D-229B-4504-9707-A45AE5F79E10}" dt="2026-10-25T01:58:50.958" v="5528" actId="368"/>
        <pc:sldMkLst>
          <pc:docMk/>
          <pc:sldMk cId="1684954766" sldId="828"/>
        </pc:sldMkLst>
        <pc:spChg chg="mod ord">
          <ac:chgData name="Magdalene Lim (RP)" userId="0d83deb8-e9a9-42ab-ae84-75cdb7b5bd8e" providerId="ADAL" clId="{F480144D-229B-4504-9707-A45AE5F79E10}" dt="2026-10-18T07:05:23.107" v="522" actId="207"/>
          <ac:spMkLst>
            <pc:docMk/>
            <pc:sldMk cId="1684954766" sldId="828"/>
            <ac:spMk id="2" creationId="{7EBC2FFB-4D93-E2C9-8754-8E8F88B80771}"/>
          </ac:spMkLst>
        </pc:spChg>
        <pc:spChg chg="mod">
          <ac:chgData name="Magdalene Lim (RP)" userId="0d83deb8-e9a9-42ab-ae84-75cdb7b5bd8e" providerId="ADAL" clId="{F480144D-229B-4504-9707-A45AE5F79E10}" dt="2026-10-18T07:04:45.907" v="511" actId="26606"/>
          <ac:spMkLst>
            <pc:docMk/>
            <pc:sldMk cId="1684954766" sldId="828"/>
            <ac:spMk id="3" creationId="{8D6C0180-8E7B-BA50-0E72-0F2111673D84}"/>
          </ac:spMkLst>
        </pc:spChg>
        <pc:spChg chg="mod ord">
          <ac:chgData name="Magdalene Lim (RP)" userId="0d83deb8-e9a9-42ab-ae84-75cdb7b5bd8e" providerId="ADAL" clId="{F480144D-229B-4504-9707-A45AE5F79E10}" dt="2026-10-18T07:04:45.907" v="511" actId="26606"/>
          <ac:spMkLst>
            <pc:docMk/>
            <pc:sldMk cId="1684954766" sldId="828"/>
            <ac:spMk id="4" creationId="{90BE029D-A50D-D4EE-ADF5-4FF91BFA6CE9}"/>
          </ac:spMkLst>
        </pc:spChg>
        <pc:spChg chg="add mod">
          <ac:chgData name="Magdalene Lim (RP)" userId="0d83deb8-e9a9-42ab-ae84-75cdb7b5bd8e" providerId="ADAL" clId="{F480144D-229B-4504-9707-A45AE5F79E10}" dt="2026-10-18T07:07:02.874" v="524" actId="1076"/>
          <ac:spMkLst>
            <pc:docMk/>
            <pc:sldMk cId="1684954766" sldId="828"/>
            <ac:spMk id="8" creationId="{293B5FD8-EDAB-6A63-746B-14C81BB9CD09}"/>
          </ac:spMkLst>
        </pc:spChg>
        <pc:picChg chg="add mod modCrop">
          <ac:chgData name="Magdalene Lim (RP)" userId="0d83deb8-e9a9-42ab-ae84-75cdb7b5bd8e" providerId="ADAL" clId="{F480144D-229B-4504-9707-A45AE5F79E10}" dt="2026-10-18T07:04:52.741" v="513" actId="1076"/>
          <ac:picMkLst>
            <pc:docMk/>
            <pc:sldMk cId="1684954766" sldId="828"/>
            <ac:picMk id="6" creationId="{4BCAFEF2-E72A-4C97-DAFB-35E384DAD3BD}"/>
          </ac:picMkLst>
        </pc:picChg>
      </pc:sldChg>
      <pc:sldChg chg="addSp modSp new mod modNotes">
        <pc:chgData name="Magdalene Lim (RP)" userId="0d83deb8-e9a9-42ab-ae84-75cdb7b5bd8e" providerId="ADAL" clId="{F480144D-229B-4504-9707-A45AE5F79E10}" dt="2026-10-25T01:58:50.958" v="5534" actId="368"/>
        <pc:sldMkLst>
          <pc:docMk/>
          <pc:sldMk cId="4045235805" sldId="829"/>
        </pc:sldMkLst>
        <pc:spChg chg="mod">
          <ac:chgData name="Magdalene Lim (RP)" userId="0d83deb8-e9a9-42ab-ae84-75cdb7b5bd8e" providerId="ADAL" clId="{F480144D-229B-4504-9707-A45AE5F79E10}" dt="2026-10-18T09:05:50.110" v="3796" actId="20577"/>
          <ac:spMkLst>
            <pc:docMk/>
            <pc:sldMk cId="4045235805" sldId="829"/>
            <ac:spMk id="2" creationId="{9961C18A-B360-0329-CBB7-FF6DA809D13F}"/>
          </ac:spMkLst>
        </pc:spChg>
        <pc:spChg chg="mod">
          <ac:chgData name="Magdalene Lim (RP)" userId="0d83deb8-e9a9-42ab-ae84-75cdb7b5bd8e" providerId="ADAL" clId="{F480144D-229B-4504-9707-A45AE5F79E10}" dt="2026-10-20T04:31:18.639" v="5270" actId="20577"/>
          <ac:spMkLst>
            <pc:docMk/>
            <pc:sldMk cId="4045235805" sldId="829"/>
            <ac:spMk id="4" creationId="{EDFD0D46-405F-A008-EAA3-BFD5DDE10A9A}"/>
          </ac:spMkLst>
        </pc:spChg>
        <pc:spChg chg="add mod">
          <ac:chgData name="Magdalene Lim (RP)" userId="0d83deb8-e9a9-42ab-ae84-75cdb7b5bd8e" providerId="ADAL" clId="{F480144D-229B-4504-9707-A45AE5F79E10}" dt="2026-10-18T09:06:08.560" v="3802" actId="1076"/>
          <ac:spMkLst>
            <pc:docMk/>
            <pc:sldMk cId="4045235805" sldId="829"/>
            <ac:spMk id="9" creationId="{486B4DF2-36B1-4617-FECC-805F5E32717B}"/>
          </ac:spMkLst>
        </pc:spChg>
        <pc:graphicFrameChg chg="add mod modGraphic">
          <ac:chgData name="Magdalene Lim (RP)" userId="0d83deb8-e9a9-42ab-ae84-75cdb7b5bd8e" providerId="ADAL" clId="{F480144D-229B-4504-9707-A45AE5F79E10}" dt="2026-10-20T04:31:25.406" v="5271" actId="1076"/>
          <ac:graphicFrameMkLst>
            <pc:docMk/>
            <pc:sldMk cId="4045235805" sldId="829"/>
            <ac:graphicFrameMk id="5" creationId="{785FD05B-25C1-685A-E53A-F876303AF5F0}"/>
          </ac:graphicFrameMkLst>
        </pc:graphicFrameChg>
        <pc:picChg chg="add mod">
          <ac:chgData name="Magdalene Lim (RP)" userId="0d83deb8-e9a9-42ab-ae84-75cdb7b5bd8e" providerId="ADAL" clId="{F480144D-229B-4504-9707-A45AE5F79E10}" dt="2026-10-18T07:15:28.115" v="631" actId="1035"/>
          <ac:picMkLst>
            <pc:docMk/>
            <pc:sldMk cId="4045235805" sldId="829"/>
            <ac:picMk id="7" creationId="{7547DB84-7EE5-291E-E22F-D92B3F7735DF}"/>
          </ac:picMkLst>
        </pc:picChg>
      </pc:sldChg>
      <pc:sldChg chg="addSp delSp modSp add del mod modNotes">
        <pc:chgData name="Magdalene Lim (RP)" userId="0d83deb8-e9a9-42ab-ae84-75cdb7b5bd8e" providerId="ADAL" clId="{F480144D-229B-4504-9707-A45AE5F79E10}" dt="2026-10-25T01:59:08.389" v="5577" actId="47"/>
        <pc:sldMkLst>
          <pc:docMk/>
          <pc:sldMk cId="4171388093" sldId="831"/>
        </pc:sldMkLst>
        <pc:spChg chg="mod">
          <ac:chgData name="Magdalene Lim (RP)" userId="0d83deb8-e9a9-42ab-ae84-75cdb7b5bd8e" providerId="ADAL" clId="{F480144D-229B-4504-9707-A45AE5F79E10}" dt="2026-10-20T04:31:09.789" v="5267" actId="20577"/>
          <ac:spMkLst>
            <pc:docMk/>
            <pc:sldMk cId="4171388093" sldId="831"/>
            <ac:spMk id="4" creationId="{A9CEBE7C-CB00-33EB-5C6F-EDE86720F0E3}"/>
          </ac:spMkLst>
        </pc:spChg>
        <pc:spChg chg="add">
          <ac:chgData name="Magdalene Lim (RP)" userId="0d83deb8-e9a9-42ab-ae84-75cdb7b5bd8e" providerId="ADAL" clId="{F480144D-229B-4504-9707-A45AE5F79E10}" dt="2026-10-18T08:27:39.620" v="2729" actId="22"/>
          <ac:spMkLst>
            <pc:docMk/>
            <pc:sldMk cId="4171388093" sldId="831"/>
            <ac:spMk id="11" creationId="{BBAEA7BF-2781-DACC-9A75-AADA3A3A505A}"/>
          </ac:spMkLst>
        </pc:spChg>
        <pc:graphicFrameChg chg="mod modGraphic">
          <ac:chgData name="Magdalene Lim (RP)" userId="0d83deb8-e9a9-42ab-ae84-75cdb7b5bd8e" providerId="ADAL" clId="{F480144D-229B-4504-9707-A45AE5F79E10}" dt="2026-10-20T02:52:05.956" v="5084" actId="14100"/>
          <ac:graphicFrameMkLst>
            <pc:docMk/>
            <pc:sldMk cId="4171388093" sldId="831"/>
            <ac:graphicFrameMk id="5" creationId="{EAF53469-45BA-16FB-EC4E-C735C46C23FD}"/>
          </ac:graphicFrameMkLst>
        </pc:graphicFrameChg>
      </pc:sldChg>
      <pc:sldChg chg="addSp delSp modSp new mod ord modNotes">
        <pc:chgData name="Magdalene Lim (RP)" userId="0d83deb8-e9a9-42ab-ae84-75cdb7b5bd8e" providerId="ADAL" clId="{F480144D-229B-4504-9707-A45AE5F79E10}" dt="2026-10-25T01:58:50.958" v="5532" actId="368"/>
        <pc:sldMkLst>
          <pc:docMk/>
          <pc:sldMk cId="2429143587" sldId="832"/>
        </pc:sldMkLst>
        <pc:spChg chg="mod">
          <ac:chgData name="Magdalene Lim (RP)" userId="0d83deb8-e9a9-42ab-ae84-75cdb7b5bd8e" providerId="ADAL" clId="{F480144D-229B-4504-9707-A45AE5F79E10}" dt="2026-10-19T03:28:58.173" v="4739" actId="14100"/>
          <ac:spMkLst>
            <pc:docMk/>
            <pc:sldMk cId="2429143587" sldId="832"/>
            <ac:spMk id="2" creationId="{D4DF8C04-FD08-7623-C0F0-29713AA066A5}"/>
          </ac:spMkLst>
        </pc:spChg>
        <pc:spChg chg="mod">
          <ac:chgData name="Magdalene Lim (RP)" userId="0d83deb8-e9a9-42ab-ae84-75cdb7b5bd8e" providerId="ADAL" clId="{F480144D-229B-4504-9707-A45AE5F79E10}" dt="2026-10-18T07:19:02.249" v="655"/>
          <ac:spMkLst>
            <pc:docMk/>
            <pc:sldMk cId="2429143587" sldId="832"/>
            <ac:spMk id="4" creationId="{D4CEC8FB-1A2E-BFCD-986F-0C9B0ABBB392}"/>
          </ac:spMkLst>
        </pc:spChg>
        <pc:spChg chg="add mod ord">
          <ac:chgData name="Magdalene Lim (RP)" userId="0d83deb8-e9a9-42ab-ae84-75cdb7b5bd8e" providerId="ADAL" clId="{F480144D-229B-4504-9707-A45AE5F79E10}" dt="2026-10-18T08:29:19.289" v="2762" actId="1038"/>
          <ac:spMkLst>
            <pc:docMk/>
            <pc:sldMk cId="2429143587" sldId="832"/>
            <ac:spMk id="10" creationId="{7A25C40A-C730-EE95-8C48-D2FD780E230E}"/>
          </ac:spMkLst>
        </pc:spChg>
        <pc:picChg chg="add mod ord">
          <ac:chgData name="Magdalene Lim (RP)" userId="0d83deb8-e9a9-42ab-ae84-75cdb7b5bd8e" providerId="ADAL" clId="{F480144D-229B-4504-9707-A45AE5F79E10}" dt="2026-10-18T08:29:19.289" v="2762" actId="1038"/>
          <ac:picMkLst>
            <pc:docMk/>
            <pc:sldMk cId="2429143587" sldId="832"/>
            <ac:picMk id="8" creationId="{DFFACCBE-9137-AB3C-3364-97A72ED73F56}"/>
          </ac:picMkLst>
        </pc:picChg>
      </pc:sldChg>
      <pc:sldChg chg="addSp modSp new mod modNotes">
        <pc:chgData name="Magdalene Lim (RP)" userId="0d83deb8-e9a9-42ab-ae84-75cdb7b5bd8e" providerId="ADAL" clId="{F480144D-229B-4504-9707-A45AE5F79E10}" dt="2026-10-25T01:58:50.990" v="5560" actId="368"/>
        <pc:sldMkLst>
          <pc:docMk/>
          <pc:sldMk cId="413217932" sldId="833"/>
        </pc:sldMkLst>
        <pc:spChg chg="mod">
          <ac:chgData name="Magdalene Lim (RP)" userId="0d83deb8-e9a9-42ab-ae84-75cdb7b5bd8e" providerId="ADAL" clId="{F480144D-229B-4504-9707-A45AE5F79E10}" dt="2026-10-19T03:22:35.123" v="4726" actId="207"/>
          <ac:spMkLst>
            <pc:docMk/>
            <pc:sldMk cId="413217932" sldId="833"/>
            <ac:spMk id="2" creationId="{99643F00-64F4-E548-DC2B-3A1C62B68A2D}"/>
          </ac:spMkLst>
        </pc:spChg>
        <pc:spChg chg="mod">
          <ac:chgData name="Magdalene Lim (RP)" userId="0d83deb8-e9a9-42ab-ae84-75cdb7b5bd8e" providerId="ADAL" clId="{F480144D-229B-4504-9707-A45AE5F79E10}" dt="2026-10-20T04:36:59.129" v="5283" actId="20577"/>
          <ac:spMkLst>
            <pc:docMk/>
            <pc:sldMk cId="413217932" sldId="833"/>
            <ac:spMk id="4" creationId="{9BADB956-72D8-0BB7-F270-E76895C0C122}"/>
          </ac:spMkLst>
        </pc:spChg>
        <pc:graphicFrameChg chg="add mod modGraphic">
          <ac:chgData name="Magdalene Lim (RP)" userId="0d83deb8-e9a9-42ab-ae84-75cdb7b5bd8e" providerId="ADAL" clId="{F480144D-229B-4504-9707-A45AE5F79E10}" dt="2026-10-18T08:40:31.355" v="3513" actId="14100"/>
          <ac:graphicFrameMkLst>
            <pc:docMk/>
            <pc:sldMk cId="413217932" sldId="833"/>
            <ac:graphicFrameMk id="5" creationId="{C1C4463A-B0E5-C2C4-CA98-15C576577A00}"/>
          </ac:graphicFrameMkLst>
        </pc:graphicFrameChg>
      </pc:sldChg>
      <pc:sldChg chg="addSp modSp new mod modNotes">
        <pc:chgData name="Magdalene Lim (RP)" userId="0d83deb8-e9a9-42ab-ae84-75cdb7b5bd8e" providerId="ADAL" clId="{F480144D-229B-4504-9707-A45AE5F79E10}" dt="2026-10-25T01:58:50.974" v="5544" actId="368"/>
        <pc:sldMkLst>
          <pc:docMk/>
          <pc:sldMk cId="3948679292" sldId="834"/>
        </pc:sldMkLst>
        <pc:spChg chg="mod">
          <ac:chgData name="Magdalene Lim (RP)" userId="0d83deb8-e9a9-42ab-ae84-75cdb7b5bd8e" providerId="ADAL" clId="{F480144D-229B-4504-9707-A45AE5F79E10}" dt="2026-10-18T07:40:26.695" v="1544" actId="113"/>
          <ac:spMkLst>
            <pc:docMk/>
            <pc:sldMk cId="3948679292" sldId="834"/>
            <ac:spMk id="2" creationId="{AC9EE025-D488-2577-D5F5-C5C235A5E148}"/>
          </ac:spMkLst>
        </pc:spChg>
        <pc:spChg chg="mod">
          <ac:chgData name="Magdalene Lim (RP)" userId="0d83deb8-e9a9-42ab-ae84-75cdb7b5bd8e" providerId="ADAL" clId="{F480144D-229B-4504-9707-A45AE5F79E10}" dt="2026-10-18T07:37:54.867" v="1444" actId="20577"/>
          <ac:spMkLst>
            <pc:docMk/>
            <pc:sldMk cId="3948679292" sldId="834"/>
            <ac:spMk id="4" creationId="{903F798E-7EA4-B9BD-FD3E-59A4788FFB57}"/>
          </ac:spMkLst>
        </pc:spChg>
        <pc:picChg chg="add mod">
          <ac:chgData name="Magdalene Lim (RP)" userId="0d83deb8-e9a9-42ab-ae84-75cdb7b5bd8e" providerId="ADAL" clId="{F480144D-229B-4504-9707-A45AE5F79E10}" dt="2026-10-18T07:39:17.639" v="1448" actId="1076"/>
          <ac:picMkLst>
            <pc:docMk/>
            <pc:sldMk cId="3948679292" sldId="834"/>
            <ac:picMk id="6" creationId="{1B411C6A-B98E-9864-2A58-678752B844C0}"/>
          </ac:picMkLst>
        </pc:picChg>
      </pc:sldChg>
      <pc:sldChg chg="addSp delSp modSp new mod ord modNotes">
        <pc:chgData name="Magdalene Lim (RP)" userId="0d83deb8-e9a9-42ab-ae84-75cdb7b5bd8e" providerId="ADAL" clId="{F480144D-229B-4504-9707-A45AE5F79E10}" dt="2026-10-25T01:58:50.974" v="5540" actId="368"/>
        <pc:sldMkLst>
          <pc:docMk/>
          <pc:sldMk cId="2551443491" sldId="835"/>
        </pc:sldMkLst>
        <pc:spChg chg="mod">
          <ac:chgData name="Magdalene Lim (RP)" userId="0d83deb8-e9a9-42ab-ae84-75cdb7b5bd8e" providerId="ADAL" clId="{F480144D-229B-4504-9707-A45AE5F79E10}" dt="2026-10-18T07:36:26.998" v="1406" actId="20577"/>
          <ac:spMkLst>
            <pc:docMk/>
            <pc:sldMk cId="2551443491" sldId="835"/>
            <ac:spMk id="2" creationId="{8F823BDD-F662-80E9-0595-621CCBBDD574}"/>
          </ac:spMkLst>
        </pc:spChg>
        <pc:spChg chg="mod">
          <ac:chgData name="Magdalene Lim (RP)" userId="0d83deb8-e9a9-42ab-ae84-75cdb7b5bd8e" providerId="ADAL" clId="{F480144D-229B-4504-9707-A45AE5F79E10}" dt="2026-10-18T07:30:38.886" v="1040" actId="20577"/>
          <ac:spMkLst>
            <pc:docMk/>
            <pc:sldMk cId="2551443491" sldId="835"/>
            <ac:spMk id="4" creationId="{B001369B-9002-0C4F-08B2-3CACCBA690B2}"/>
          </ac:spMkLst>
        </pc:spChg>
        <pc:picChg chg="add mod">
          <ac:chgData name="Magdalene Lim (RP)" userId="0d83deb8-e9a9-42ab-ae84-75cdb7b5bd8e" providerId="ADAL" clId="{F480144D-229B-4504-9707-A45AE5F79E10}" dt="2026-10-18T07:36:34.129" v="1408" actId="1076"/>
          <ac:picMkLst>
            <pc:docMk/>
            <pc:sldMk cId="2551443491" sldId="835"/>
            <ac:picMk id="6" creationId="{24CFF93B-FA7C-8A4B-5151-384FA26EF3F8}"/>
          </ac:picMkLst>
        </pc:picChg>
      </pc:sldChg>
      <pc:sldChg chg="modSp new mod modNotes">
        <pc:chgData name="Magdalene Lim (RP)" userId="0d83deb8-e9a9-42ab-ae84-75cdb7b5bd8e" providerId="ADAL" clId="{F480144D-229B-4504-9707-A45AE5F79E10}" dt="2026-10-25T01:58:50.974" v="5538" actId="368"/>
        <pc:sldMkLst>
          <pc:docMk/>
          <pc:sldMk cId="3853672521" sldId="836"/>
        </pc:sldMkLst>
        <pc:spChg chg="mod">
          <ac:chgData name="Magdalene Lim (RP)" userId="0d83deb8-e9a9-42ab-ae84-75cdb7b5bd8e" providerId="ADAL" clId="{F480144D-229B-4504-9707-A45AE5F79E10}" dt="2026-10-19T03:37:26.996" v="4812" actId="404"/>
          <ac:spMkLst>
            <pc:docMk/>
            <pc:sldMk cId="3853672521" sldId="836"/>
            <ac:spMk id="2" creationId="{4E4F3571-415A-4C55-5BC2-FCF3CC97C52C}"/>
          </ac:spMkLst>
        </pc:spChg>
      </pc:sldChg>
      <pc:sldChg chg="addSp delSp modSp new mod modNotes">
        <pc:chgData name="Magdalene Lim (RP)" userId="0d83deb8-e9a9-42ab-ae84-75cdb7b5bd8e" providerId="ADAL" clId="{F480144D-229B-4504-9707-A45AE5F79E10}" dt="2026-10-25T01:58:50.985" v="5546" actId="368"/>
        <pc:sldMkLst>
          <pc:docMk/>
          <pc:sldMk cId="1524420608" sldId="837"/>
        </pc:sldMkLst>
        <pc:spChg chg="mod">
          <ac:chgData name="Magdalene Lim (RP)" userId="0d83deb8-e9a9-42ab-ae84-75cdb7b5bd8e" providerId="ADAL" clId="{F480144D-229B-4504-9707-A45AE5F79E10}" dt="2026-10-18T07:44:00.586" v="1577" actId="20577"/>
          <ac:spMkLst>
            <pc:docMk/>
            <pc:sldMk cId="1524420608" sldId="837"/>
            <ac:spMk id="4" creationId="{994D8649-326E-6D0E-D4F3-DBC742267142}"/>
          </ac:spMkLst>
        </pc:spChg>
        <pc:graphicFrameChg chg="add mod modGraphic">
          <ac:chgData name="Magdalene Lim (RP)" userId="0d83deb8-e9a9-42ab-ae84-75cdb7b5bd8e" providerId="ADAL" clId="{F480144D-229B-4504-9707-A45AE5F79E10}" dt="2026-10-19T00:48:38.637" v="4715" actId="12385"/>
          <ac:graphicFrameMkLst>
            <pc:docMk/>
            <pc:sldMk cId="1524420608" sldId="837"/>
            <ac:graphicFrameMk id="7" creationId="{CD8E2863-AB5E-9914-E1B0-726C0358216A}"/>
          </ac:graphicFrameMkLst>
        </pc:graphicFrameChg>
        <pc:picChg chg="add mod">
          <ac:chgData name="Magdalene Lim (RP)" userId="0d83deb8-e9a9-42ab-ae84-75cdb7b5bd8e" providerId="ADAL" clId="{F480144D-229B-4504-9707-A45AE5F79E10}" dt="2026-10-18T07:46:41.875" v="1616" actId="1076"/>
          <ac:picMkLst>
            <pc:docMk/>
            <pc:sldMk cId="1524420608" sldId="837"/>
            <ac:picMk id="9" creationId="{736A42EE-9E32-5795-6979-03B13825B20A}"/>
          </ac:picMkLst>
        </pc:picChg>
      </pc:sldChg>
      <pc:sldChg chg="addSp modSp new mod modNotes">
        <pc:chgData name="Magdalene Lim (RP)" userId="0d83deb8-e9a9-42ab-ae84-75cdb7b5bd8e" providerId="ADAL" clId="{F480144D-229B-4504-9707-A45AE5F79E10}" dt="2026-10-25T01:58:50.990" v="5552" actId="368"/>
        <pc:sldMkLst>
          <pc:docMk/>
          <pc:sldMk cId="1102144783" sldId="838"/>
        </pc:sldMkLst>
        <pc:spChg chg="mod">
          <ac:chgData name="Magdalene Lim (RP)" userId="0d83deb8-e9a9-42ab-ae84-75cdb7b5bd8e" providerId="ADAL" clId="{F480144D-229B-4504-9707-A45AE5F79E10}" dt="2026-10-18T08:56:27.231" v="3788" actId="2710"/>
          <ac:spMkLst>
            <pc:docMk/>
            <pc:sldMk cId="1102144783" sldId="838"/>
            <ac:spMk id="2" creationId="{FE1CD507-EC9C-FD0A-C5E4-9C4091352619}"/>
          </ac:spMkLst>
        </pc:spChg>
        <pc:spChg chg="mod">
          <ac:chgData name="Magdalene Lim (RP)" userId="0d83deb8-e9a9-42ab-ae84-75cdb7b5bd8e" providerId="ADAL" clId="{F480144D-229B-4504-9707-A45AE5F79E10}" dt="2026-10-20T04:33:59.837" v="5275" actId="20577"/>
          <ac:spMkLst>
            <pc:docMk/>
            <pc:sldMk cId="1102144783" sldId="838"/>
            <ac:spMk id="4" creationId="{FCBDC037-E454-BBDE-88B9-58621282D11B}"/>
          </ac:spMkLst>
        </pc:spChg>
        <pc:spChg chg="add mod">
          <ac:chgData name="Magdalene Lim (RP)" userId="0d83deb8-e9a9-42ab-ae84-75cdb7b5bd8e" providerId="ADAL" clId="{F480144D-229B-4504-9707-A45AE5F79E10}" dt="2026-10-18T07:56:42.388" v="2163" actId="208"/>
          <ac:spMkLst>
            <pc:docMk/>
            <pc:sldMk cId="1102144783" sldId="838"/>
            <ac:spMk id="9" creationId="{ADD11E0C-B300-82C5-A193-35A83C79DC46}"/>
          </ac:spMkLst>
        </pc:spChg>
        <pc:spChg chg="add mod">
          <ac:chgData name="Magdalene Lim (RP)" userId="0d83deb8-e9a9-42ab-ae84-75cdb7b5bd8e" providerId="ADAL" clId="{F480144D-229B-4504-9707-A45AE5F79E10}" dt="2026-10-18T07:56:47.518" v="2166" actId="14100"/>
          <ac:spMkLst>
            <pc:docMk/>
            <pc:sldMk cId="1102144783" sldId="838"/>
            <ac:spMk id="10" creationId="{60A367C7-85E0-EF26-5DB6-320E67D88852}"/>
          </ac:spMkLst>
        </pc:spChg>
        <pc:picChg chg="add mod">
          <ac:chgData name="Magdalene Lim (RP)" userId="0d83deb8-e9a9-42ab-ae84-75cdb7b5bd8e" providerId="ADAL" clId="{F480144D-229B-4504-9707-A45AE5F79E10}" dt="2026-10-18T07:56:26.709" v="2159" actId="1076"/>
          <ac:picMkLst>
            <pc:docMk/>
            <pc:sldMk cId="1102144783" sldId="838"/>
            <ac:picMk id="6" creationId="{C039FF50-F58B-C5A4-1EDC-542C7A145650}"/>
          </ac:picMkLst>
        </pc:picChg>
        <pc:picChg chg="add mod">
          <ac:chgData name="Magdalene Lim (RP)" userId="0d83deb8-e9a9-42ab-ae84-75cdb7b5bd8e" providerId="ADAL" clId="{F480144D-229B-4504-9707-A45AE5F79E10}" dt="2026-10-18T07:56:24.668" v="2158" actId="14100"/>
          <ac:picMkLst>
            <pc:docMk/>
            <pc:sldMk cId="1102144783" sldId="838"/>
            <ac:picMk id="8" creationId="{A01E12C8-88F9-F0D2-0F83-93F22B79AEE0}"/>
          </ac:picMkLst>
        </pc:picChg>
      </pc:sldChg>
      <pc:sldChg chg="addSp modSp new mod modNotes">
        <pc:chgData name="Magdalene Lim (RP)" userId="0d83deb8-e9a9-42ab-ae84-75cdb7b5bd8e" providerId="ADAL" clId="{F480144D-229B-4504-9707-A45AE5F79E10}" dt="2026-10-25T01:58:50.974" v="5542" actId="368"/>
        <pc:sldMkLst>
          <pc:docMk/>
          <pc:sldMk cId="3873486426" sldId="839"/>
        </pc:sldMkLst>
        <pc:spChg chg="mod">
          <ac:chgData name="Magdalene Lim (RP)" userId="0d83deb8-e9a9-42ab-ae84-75cdb7b5bd8e" providerId="ADAL" clId="{F480144D-229B-4504-9707-A45AE5F79E10}" dt="2026-10-18T07:53:35.138" v="2085" actId="14100"/>
          <ac:spMkLst>
            <pc:docMk/>
            <pc:sldMk cId="3873486426" sldId="839"/>
            <ac:spMk id="2" creationId="{0DA3A673-55C8-3AB1-DEFD-6766C1649BBA}"/>
          </ac:spMkLst>
        </pc:spChg>
        <pc:spChg chg="mod">
          <ac:chgData name="Magdalene Lim (RP)" userId="0d83deb8-e9a9-42ab-ae84-75cdb7b5bd8e" providerId="ADAL" clId="{F480144D-229B-4504-9707-A45AE5F79E10}" dt="2026-10-20T04:32:41.167" v="5273" actId="20577"/>
          <ac:spMkLst>
            <pc:docMk/>
            <pc:sldMk cId="3873486426" sldId="839"/>
            <ac:spMk id="4" creationId="{5B7770A3-866A-FCEA-F2A1-1C83BABA79D0}"/>
          </ac:spMkLst>
        </pc:spChg>
        <pc:spChg chg="add mod">
          <ac:chgData name="Magdalene Lim (RP)" userId="0d83deb8-e9a9-42ab-ae84-75cdb7b5bd8e" providerId="ADAL" clId="{F480144D-229B-4504-9707-A45AE5F79E10}" dt="2026-10-18T07:53:18.466" v="2082" actId="207"/>
          <ac:spMkLst>
            <pc:docMk/>
            <pc:sldMk cId="3873486426" sldId="839"/>
            <ac:spMk id="7" creationId="{8D52417E-9214-1B21-EC33-38D80313C1A5}"/>
          </ac:spMkLst>
        </pc:spChg>
        <pc:picChg chg="add mod">
          <ac:chgData name="Magdalene Lim (RP)" userId="0d83deb8-e9a9-42ab-ae84-75cdb7b5bd8e" providerId="ADAL" clId="{F480144D-229B-4504-9707-A45AE5F79E10}" dt="2026-10-18T07:53:14.126" v="2080" actId="1076"/>
          <ac:picMkLst>
            <pc:docMk/>
            <pc:sldMk cId="3873486426" sldId="839"/>
            <ac:picMk id="6" creationId="{129BE947-1977-9D50-3DAD-6CDB06C7FEA4}"/>
          </ac:picMkLst>
        </pc:picChg>
      </pc:sldChg>
      <pc:sldChg chg="addSp modSp new mod modClrScheme chgLayout modNotes">
        <pc:chgData name="Magdalene Lim (RP)" userId="0d83deb8-e9a9-42ab-ae84-75cdb7b5bd8e" providerId="ADAL" clId="{F480144D-229B-4504-9707-A45AE5F79E10}" dt="2026-10-25T01:58:50.985" v="5548" actId="368"/>
        <pc:sldMkLst>
          <pc:docMk/>
          <pc:sldMk cId="1629233081" sldId="840"/>
        </pc:sldMkLst>
        <pc:spChg chg="mod ord">
          <ac:chgData name="Magdalene Lim (RP)" userId="0d83deb8-e9a9-42ab-ae84-75cdb7b5bd8e" providerId="ADAL" clId="{F480144D-229B-4504-9707-A45AE5F79E10}" dt="2026-10-18T08:04:56.236" v="2200" actId="26606"/>
          <ac:spMkLst>
            <pc:docMk/>
            <pc:sldMk cId="1629233081" sldId="840"/>
            <ac:spMk id="2" creationId="{435BAC39-63D0-09B0-1084-7B0D8A271839}"/>
          </ac:spMkLst>
        </pc:spChg>
        <pc:spChg chg="mod">
          <ac:chgData name="Magdalene Lim (RP)" userId="0d83deb8-e9a9-42ab-ae84-75cdb7b5bd8e" providerId="ADAL" clId="{F480144D-229B-4504-9707-A45AE5F79E10}" dt="2026-10-18T08:04:56.236" v="2200" actId="26606"/>
          <ac:spMkLst>
            <pc:docMk/>
            <pc:sldMk cId="1629233081" sldId="840"/>
            <ac:spMk id="3" creationId="{4E48EF1F-024C-E6F0-A2B6-6B8B0856FC74}"/>
          </ac:spMkLst>
        </pc:spChg>
        <pc:spChg chg="mod ord">
          <ac:chgData name="Magdalene Lim (RP)" userId="0d83deb8-e9a9-42ab-ae84-75cdb7b5bd8e" providerId="ADAL" clId="{F480144D-229B-4504-9707-A45AE5F79E10}" dt="2026-10-18T08:04:56.236" v="2200" actId="26606"/>
          <ac:spMkLst>
            <pc:docMk/>
            <pc:sldMk cId="1629233081" sldId="840"/>
            <ac:spMk id="4" creationId="{0B01C55D-63DE-D07F-A375-46D8FD85182E}"/>
          </ac:spMkLst>
        </pc:spChg>
        <pc:picChg chg="add mod">
          <ac:chgData name="Magdalene Lim (RP)" userId="0d83deb8-e9a9-42ab-ae84-75cdb7b5bd8e" providerId="ADAL" clId="{F480144D-229B-4504-9707-A45AE5F79E10}" dt="2026-10-18T08:04:56.236" v="2200" actId="26606"/>
          <ac:picMkLst>
            <pc:docMk/>
            <pc:sldMk cId="1629233081" sldId="840"/>
            <ac:picMk id="6" creationId="{D665C637-D394-F116-DEC7-E8A448C17073}"/>
          </ac:picMkLst>
        </pc:picChg>
      </pc:sldChg>
      <pc:sldChg chg="addSp modSp add mod modClrScheme chgLayout modNotes">
        <pc:chgData name="Magdalene Lim (RP)" userId="0d83deb8-e9a9-42ab-ae84-75cdb7b5bd8e" providerId="ADAL" clId="{F480144D-229B-4504-9707-A45AE5F79E10}" dt="2026-10-25T01:58:50.990" v="5550" actId="368"/>
        <pc:sldMkLst>
          <pc:docMk/>
          <pc:sldMk cId="2046939807" sldId="841"/>
        </pc:sldMkLst>
        <pc:spChg chg="mod ord">
          <ac:chgData name="Magdalene Lim (RP)" userId="0d83deb8-e9a9-42ab-ae84-75cdb7b5bd8e" providerId="ADAL" clId="{F480144D-229B-4504-9707-A45AE5F79E10}" dt="2026-10-18T08:07:04.672" v="2226" actId="404"/>
          <ac:spMkLst>
            <pc:docMk/>
            <pc:sldMk cId="2046939807" sldId="841"/>
            <ac:spMk id="2" creationId="{2089BFD3-117F-EEC6-3831-EA9B10B57898}"/>
          </ac:spMkLst>
        </pc:spChg>
        <pc:spChg chg="mod">
          <ac:chgData name="Magdalene Lim (RP)" userId="0d83deb8-e9a9-42ab-ae84-75cdb7b5bd8e" providerId="ADAL" clId="{F480144D-229B-4504-9707-A45AE5F79E10}" dt="2026-10-18T08:06:40.472" v="2207" actId="26606"/>
          <ac:spMkLst>
            <pc:docMk/>
            <pc:sldMk cId="2046939807" sldId="841"/>
            <ac:spMk id="3" creationId="{B9472022-DEDD-5955-5DEB-D0524CCA2A3E}"/>
          </ac:spMkLst>
        </pc:spChg>
        <pc:spChg chg="mod ord">
          <ac:chgData name="Magdalene Lim (RP)" userId="0d83deb8-e9a9-42ab-ae84-75cdb7b5bd8e" providerId="ADAL" clId="{F480144D-229B-4504-9707-A45AE5F79E10}" dt="2026-10-18T08:06:40.472" v="2207" actId="26606"/>
          <ac:spMkLst>
            <pc:docMk/>
            <pc:sldMk cId="2046939807" sldId="841"/>
            <ac:spMk id="4" creationId="{B9105BE3-DC15-52DD-880D-F60ADF217307}"/>
          </ac:spMkLst>
        </pc:spChg>
        <pc:picChg chg="add mod">
          <ac:chgData name="Magdalene Lim (RP)" userId="0d83deb8-e9a9-42ab-ae84-75cdb7b5bd8e" providerId="ADAL" clId="{F480144D-229B-4504-9707-A45AE5F79E10}" dt="2026-10-18T08:06:40.472" v="2207" actId="26606"/>
          <ac:picMkLst>
            <pc:docMk/>
            <pc:sldMk cId="2046939807" sldId="841"/>
            <ac:picMk id="6" creationId="{B272F59B-FC11-841C-070E-8B367691F517}"/>
          </ac:picMkLst>
        </pc:picChg>
      </pc:sldChg>
      <pc:sldChg chg="addSp modSp new mod modNotes">
        <pc:chgData name="Magdalene Lim (RP)" userId="0d83deb8-e9a9-42ab-ae84-75cdb7b5bd8e" providerId="ADAL" clId="{F480144D-229B-4504-9707-A45AE5F79E10}" dt="2026-10-25T01:58:50.990" v="5554" actId="368"/>
        <pc:sldMkLst>
          <pc:docMk/>
          <pc:sldMk cId="245233262" sldId="842"/>
        </pc:sldMkLst>
        <pc:spChg chg="mod">
          <ac:chgData name="Magdalene Lim (RP)" userId="0d83deb8-e9a9-42ab-ae84-75cdb7b5bd8e" providerId="ADAL" clId="{F480144D-229B-4504-9707-A45AE5F79E10}" dt="2026-10-20T02:54:02.743" v="5086" actId="2710"/>
          <ac:spMkLst>
            <pc:docMk/>
            <pc:sldMk cId="245233262" sldId="842"/>
            <ac:spMk id="2" creationId="{E2F7F4A4-7521-4E67-336F-D8281D30096A}"/>
          </ac:spMkLst>
        </pc:spChg>
        <pc:spChg chg="mod">
          <ac:chgData name="Magdalene Lim (RP)" userId="0d83deb8-e9a9-42ab-ae84-75cdb7b5bd8e" providerId="ADAL" clId="{F480144D-229B-4504-9707-A45AE5F79E10}" dt="2026-10-20T04:35:26.248" v="5277" actId="20577"/>
          <ac:spMkLst>
            <pc:docMk/>
            <pc:sldMk cId="245233262" sldId="842"/>
            <ac:spMk id="4" creationId="{B9F0F425-345E-3DD5-EFAD-CE4311BBFDDA}"/>
          </ac:spMkLst>
        </pc:spChg>
        <pc:graphicFrameChg chg="add mod modGraphic">
          <ac:chgData name="Magdalene Lim (RP)" userId="0d83deb8-e9a9-42ab-ae84-75cdb7b5bd8e" providerId="ADAL" clId="{F480144D-229B-4504-9707-A45AE5F79E10}" dt="2026-10-18T09:48:02.138" v="4622" actId="113"/>
          <ac:graphicFrameMkLst>
            <pc:docMk/>
            <pc:sldMk cId="245233262" sldId="842"/>
            <ac:graphicFrameMk id="6" creationId="{3611264E-D1FA-DB54-523E-24013EEB6518}"/>
          </ac:graphicFrameMkLst>
        </pc:graphicFrameChg>
      </pc:sldChg>
      <pc:sldChg chg="addSp modSp add del mod modNotes">
        <pc:chgData name="Magdalene Lim (RP)" userId="0d83deb8-e9a9-42ab-ae84-75cdb7b5bd8e" providerId="ADAL" clId="{F480144D-229B-4504-9707-A45AE5F79E10}" dt="2026-10-25T01:59:14.933" v="5578" actId="47"/>
        <pc:sldMkLst>
          <pc:docMk/>
          <pc:sldMk cId="987303833" sldId="843"/>
        </pc:sldMkLst>
        <pc:spChg chg="mod">
          <ac:chgData name="Magdalene Lim (RP)" userId="0d83deb8-e9a9-42ab-ae84-75cdb7b5bd8e" providerId="ADAL" clId="{F480144D-229B-4504-9707-A45AE5F79E10}" dt="2026-10-20T02:54:06.925" v="5087" actId="2710"/>
          <ac:spMkLst>
            <pc:docMk/>
            <pc:sldMk cId="987303833" sldId="843"/>
            <ac:spMk id="2" creationId="{41FBC9D3-8186-6E40-02EB-8FBE6F9CCD37}"/>
          </ac:spMkLst>
        </pc:spChg>
        <pc:spChg chg="mod">
          <ac:chgData name="Magdalene Lim (RP)" userId="0d83deb8-e9a9-42ab-ae84-75cdb7b5bd8e" providerId="ADAL" clId="{F480144D-229B-4504-9707-A45AE5F79E10}" dt="2026-10-20T04:35:31.364" v="5279" actId="20577"/>
          <ac:spMkLst>
            <pc:docMk/>
            <pc:sldMk cId="987303833" sldId="843"/>
            <ac:spMk id="4" creationId="{37DFEBD3-A607-7D9A-B42A-A9850C45AB85}"/>
          </ac:spMkLst>
        </pc:spChg>
        <pc:spChg chg="add">
          <ac:chgData name="Magdalene Lim (RP)" userId="0d83deb8-e9a9-42ab-ae84-75cdb7b5bd8e" providerId="ADAL" clId="{F480144D-229B-4504-9707-A45AE5F79E10}" dt="2026-10-18T08:27:43.934" v="2730" actId="22"/>
          <ac:spMkLst>
            <pc:docMk/>
            <pc:sldMk cId="987303833" sldId="843"/>
            <ac:spMk id="9" creationId="{9051265B-CC0D-EA22-A425-448A6EA8F262}"/>
          </ac:spMkLst>
        </pc:spChg>
        <pc:graphicFrameChg chg="mod modGraphic">
          <ac:chgData name="Magdalene Lim (RP)" userId="0d83deb8-e9a9-42ab-ae84-75cdb7b5bd8e" providerId="ADAL" clId="{F480144D-229B-4504-9707-A45AE5F79E10}" dt="2026-10-18T09:48:06.510" v="4623" actId="113"/>
          <ac:graphicFrameMkLst>
            <pc:docMk/>
            <pc:sldMk cId="987303833" sldId="843"/>
            <ac:graphicFrameMk id="6" creationId="{486E30F1-AD85-DD44-DE20-B9284FDC2A26}"/>
          </ac:graphicFrameMkLst>
        </pc:graphicFrameChg>
        <pc:picChg chg="add mod">
          <ac:chgData name="Magdalene Lim (RP)" userId="0d83deb8-e9a9-42ab-ae84-75cdb7b5bd8e" providerId="ADAL" clId="{F480144D-229B-4504-9707-A45AE5F79E10}" dt="2026-10-18T08:21:18.125" v="2339" actId="1076"/>
          <ac:picMkLst>
            <pc:docMk/>
            <pc:sldMk cId="987303833" sldId="843"/>
            <ac:picMk id="7" creationId="{4FD53C88-A51E-60B1-EF6D-0A58BBB5A991}"/>
          </ac:picMkLst>
        </pc:picChg>
      </pc:sldChg>
      <pc:sldChg chg="addSp delSp modSp add del mod modNotes">
        <pc:chgData name="Magdalene Lim (RP)" userId="0d83deb8-e9a9-42ab-ae84-75cdb7b5bd8e" providerId="ADAL" clId="{F480144D-229B-4504-9707-A45AE5F79E10}" dt="2026-10-25T01:59:16.211" v="5579" actId="47"/>
        <pc:sldMkLst>
          <pc:docMk/>
          <pc:sldMk cId="607671866" sldId="844"/>
        </pc:sldMkLst>
        <pc:spChg chg="mod">
          <ac:chgData name="Magdalene Lim (RP)" userId="0d83deb8-e9a9-42ab-ae84-75cdb7b5bd8e" providerId="ADAL" clId="{F480144D-229B-4504-9707-A45AE5F79E10}" dt="2026-10-20T02:54:17.818" v="5088" actId="2710"/>
          <ac:spMkLst>
            <pc:docMk/>
            <pc:sldMk cId="607671866" sldId="844"/>
            <ac:spMk id="2" creationId="{0F09E64F-B8E6-90A7-137D-451C70B68A1D}"/>
          </ac:spMkLst>
        </pc:spChg>
        <pc:spChg chg="mod">
          <ac:chgData name="Magdalene Lim (RP)" userId="0d83deb8-e9a9-42ab-ae84-75cdb7b5bd8e" providerId="ADAL" clId="{F480144D-229B-4504-9707-A45AE5F79E10}" dt="2026-10-20T04:36:53.770" v="5281" actId="20577"/>
          <ac:spMkLst>
            <pc:docMk/>
            <pc:sldMk cId="607671866" sldId="844"/>
            <ac:spMk id="4" creationId="{E67D77D4-0824-3398-40D9-C8464F015871}"/>
          </ac:spMkLst>
        </pc:spChg>
        <pc:spChg chg="add mod">
          <ac:chgData name="Magdalene Lim (RP)" userId="0d83deb8-e9a9-42ab-ae84-75cdb7b5bd8e" providerId="ADAL" clId="{F480144D-229B-4504-9707-A45AE5F79E10}" dt="2026-10-18T08:27:18.194" v="2718" actId="113"/>
          <ac:spMkLst>
            <pc:docMk/>
            <pc:sldMk cId="607671866" sldId="844"/>
            <ac:spMk id="5" creationId="{E9622E5C-B08F-C36F-611C-5050A203685F}"/>
          </ac:spMkLst>
        </pc:spChg>
        <pc:spChg chg="add mod">
          <ac:chgData name="Magdalene Lim (RP)" userId="0d83deb8-e9a9-42ab-ae84-75cdb7b5bd8e" providerId="ADAL" clId="{F480144D-229B-4504-9707-A45AE5F79E10}" dt="2026-10-18T08:27:22.083" v="2719" actId="113"/>
          <ac:spMkLst>
            <pc:docMk/>
            <pc:sldMk cId="607671866" sldId="844"/>
            <ac:spMk id="10" creationId="{A0CBC7B0-2A10-5413-B149-AE3745889219}"/>
          </ac:spMkLst>
        </pc:spChg>
        <pc:spChg chg="add">
          <ac:chgData name="Magdalene Lim (RP)" userId="0d83deb8-e9a9-42ab-ae84-75cdb7b5bd8e" providerId="ADAL" clId="{F480144D-229B-4504-9707-A45AE5F79E10}" dt="2026-10-18T08:27:45.023" v="2731" actId="22"/>
          <ac:spMkLst>
            <pc:docMk/>
            <pc:sldMk cId="607671866" sldId="844"/>
            <ac:spMk id="12" creationId="{CE040BC9-3331-2637-79DD-F5299D45FFEA}"/>
          </ac:spMkLst>
        </pc:spChg>
        <pc:picChg chg="add mod">
          <ac:chgData name="Magdalene Lim (RP)" userId="0d83deb8-e9a9-42ab-ae84-75cdb7b5bd8e" providerId="ADAL" clId="{F480144D-229B-4504-9707-A45AE5F79E10}" dt="2026-10-18T08:26:02.928" v="2613" actId="1076"/>
          <ac:picMkLst>
            <pc:docMk/>
            <pc:sldMk cId="607671866" sldId="844"/>
            <ac:picMk id="9" creationId="{4B23A050-FB00-0B7F-A1A1-7B129964DCB0}"/>
          </ac:picMkLst>
        </pc:picChg>
      </pc:sldChg>
      <pc:sldChg chg="addSp modSp add del mod modNotes">
        <pc:chgData name="Magdalene Lim (RP)" userId="0d83deb8-e9a9-42ab-ae84-75cdb7b5bd8e" providerId="ADAL" clId="{F480144D-229B-4504-9707-A45AE5F79E10}" dt="2026-10-25T01:59:20.296" v="5580" actId="47"/>
        <pc:sldMkLst>
          <pc:docMk/>
          <pc:sldMk cId="3218220121" sldId="846"/>
        </pc:sldMkLst>
        <pc:spChg chg="mod">
          <ac:chgData name="Magdalene Lim (RP)" userId="0d83deb8-e9a9-42ab-ae84-75cdb7b5bd8e" providerId="ADAL" clId="{F480144D-229B-4504-9707-A45AE5F79E10}" dt="2026-10-20T02:55:15.629" v="5091" actId="113"/>
          <ac:spMkLst>
            <pc:docMk/>
            <pc:sldMk cId="3218220121" sldId="846"/>
            <ac:spMk id="2" creationId="{0C8835B2-39D4-27C1-4BDF-6B0382A8885C}"/>
          </ac:spMkLst>
        </pc:spChg>
        <pc:spChg chg="mod">
          <ac:chgData name="Magdalene Lim (RP)" userId="0d83deb8-e9a9-42ab-ae84-75cdb7b5bd8e" providerId="ADAL" clId="{F480144D-229B-4504-9707-A45AE5F79E10}" dt="2026-10-20T04:37:57.731" v="5285" actId="20577"/>
          <ac:spMkLst>
            <pc:docMk/>
            <pc:sldMk cId="3218220121" sldId="846"/>
            <ac:spMk id="4" creationId="{7EC1CDA7-ADC2-BD07-FF0D-E8BD85B09F17}"/>
          </ac:spMkLst>
        </pc:spChg>
        <pc:spChg chg="add">
          <ac:chgData name="Magdalene Lim (RP)" userId="0d83deb8-e9a9-42ab-ae84-75cdb7b5bd8e" providerId="ADAL" clId="{F480144D-229B-4504-9707-A45AE5F79E10}" dt="2026-10-18T08:41:33.212" v="3650" actId="22"/>
          <ac:spMkLst>
            <pc:docMk/>
            <pc:sldMk cId="3218220121" sldId="846"/>
            <ac:spMk id="7" creationId="{1D57E5A5-0C95-38D1-B35E-F05C3BEAA2F1}"/>
          </ac:spMkLst>
        </pc:spChg>
        <pc:graphicFrameChg chg="mod modGraphic">
          <ac:chgData name="Magdalene Lim (RP)" userId="0d83deb8-e9a9-42ab-ae84-75cdb7b5bd8e" providerId="ADAL" clId="{F480144D-229B-4504-9707-A45AE5F79E10}" dt="2026-10-18T08:41:20.438" v="3649" actId="207"/>
          <ac:graphicFrameMkLst>
            <pc:docMk/>
            <pc:sldMk cId="3218220121" sldId="846"/>
            <ac:graphicFrameMk id="5" creationId="{FA9B4D43-338D-E15E-AC33-BDF2192673FC}"/>
          </ac:graphicFrameMkLst>
        </pc:graphicFrameChg>
      </pc:sldChg>
      <pc:sldChg chg="addSp modSp new mod modNotes">
        <pc:chgData name="Magdalene Lim (RP)" userId="0d83deb8-e9a9-42ab-ae84-75cdb7b5bd8e" providerId="ADAL" clId="{F480144D-229B-4504-9707-A45AE5F79E10}" dt="2026-10-25T01:58:51.012" v="5564" actId="368"/>
        <pc:sldMkLst>
          <pc:docMk/>
          <pc:sldMk cId="3993587323" sldId="848"/>
        </pc:sldMkLst>
        <pc:spChg chg="mod">
          <ac:chgData name="Magdalene Lim (RP)" userId="0d83deb8-e9a9-42ab-ae84-75cdb7b5bd8e" providerId="ADAL" clId="{F480144D-229B-4504-9707-A45AE5F79E10}" dt="2026-10-20T02:55:34.606" v="5093" actId="20577"/>
          <ac:spMkLst>
            <pc:docMk/>
            <pc:sldMk cId="3993587323" sldId="848"/>
            <ac:spMk id="2" creationId="{2B6C240F-53FB-03EA-C1C3-B942031D38BC}"/>
          </ac:spMkLst>
        </pc:spChg>
        <pc:spChg chg="mod">
          <ac:chgData name="Magdalene Lim (RP)" userId="0d83deb8-e9a9-42ab-ae84-75cdb7b5bd8e" providerId="ADAL" clId="{F480144D-229B-4504-9707-A45AE5F79E10}" dt="2026-10-20T04:38:00.632" v="5287" actId="20577"/>
          <ac:spMkLst>
            <pc:docMk/>
            <pc:sldMk cId="3993587323" sldId="848"/>
            <ac:spMk id="4" creationId="{7397445A-94B0-4145-C6DC-E0BF3414CF15}"/>
          </ac:spMkLst>
        </pc:spChg>
        <pc:graphicFrameChg chg="add mod modGraphic">
          <ac:chgData name="Magdalene Lim (RP)" userId="0d83deb8-e9a9-42ab-ae84-75cdb7b5bd8e" providerId="ADAL" clId="{F480144D-229B-4504-9707-A45AE5F79E10}" dt="2026-10-18T08:53:14.268" v="3784" actId="242"/>
          <ac:graphicFrameMkLst>
            <pc:docMk/>
            <pc:sldMk cId="3993587323" sldId="848"/>
            <ac:graphicFrameMk id="5" creationId="{7C101132-25CA-D383-2DEE-047625CD3480}"/>
          </ac:graphicFrameMkLst>
        </pc:graphicFrameChg>
      </pc:sldChg>
      <pc:sldChg chg="modSp new mod modNotes">
        <pc:chgData name="Magdalene Lim (RP)" userId="0d83deb8-e9a9-42ab-ae84-75cdb7b5bd8e" providerId="ADAL" clId="{F480144D-229B-4504-9707-A45AE5F79E10}" dt="2026-10-25T01:58:51.016" v="5568" actId="368"/>
        <pc:sldMkLst>
          <pc:docMk/>
          <pc:sldMk cId="3562814173" sldId="849"/>
        </pc:sldMkLst>
        <pc:spChg chg="mod">
          <ac:chgData name="Magdalene Lim (RP)" userId="0d83deb8-e9a9-42ab-ae84-75cdb7b5bd8e" providerId="ADAL" clId="{F480144D-229B-4504-9707-A45AE5F79E10}" dt="2026-10-20T02:56:15.028" v="5102" actId="113"/>
          <ac:spMkLst>
            <pc:docMk/>
            <pc:sldMk cId="3562814173" sldId="849"/>
            <ac:spMk id="2" creationId="{4B22D2F7-3497-12EE-726A-2851D6AAD67B}"/>
          </ac:spMkLst>
        </pc:spChg>
        <pc:spChg chg="mod">
          <ac:chgData name="Magdalene Lim (RP)" userId="0d83deb8-e9a9-42ab-ae84-75cdb7b5bd8e" providerId="ADAL" clId="{F480144D-229B-4504-9707-A45AE5F79E10}" dt="2026-10-20T04:38:51.923" v="5291" actId="20577"/>
          <ac:spMkLst>
            <pc:docMk/>
            <pc:sldMk cId="3562814173" sldId="849"/>
            <ac:spMk id="4" creationId="{17136D0A-F055-C87F-6C18-926552B57B71}"/>
          </ac:spMkLst>
        </pc:spChg>
      </pc:sldChg>
      <pc:sldChg chg="addSp modSp add mod ord modNotes">
        <pc:chgData name="Magdalene Lim (RP)" userId="0d83deb8-e9a9-42ab-ae84-75cdb7b5bd8e" providerId="ADAL" clId="{F480144D-229B-4504-9707-A45AE5F79E10}" dt="2026-10-25T01:58:51.020" v="5570" actId="368"/>
        <pc:sldMkLst>
          <pc:docMk/>
          <pc:sldMk cId="1207418985" sldId="850"/>
        </pc:sldMkLst>
        <pc:spChg chg="mod">
          <ac:chgData name="Magdalene Lim (RP)" userId="0d83deb8-e9a9-42ab-ae84-75cdb7b5bd8e" providerId="ADAL" clId="{F480144D-229B-4504-9707-A45AE5F79E10}" dt="2026-10-20T03:00:44.865" v="5182" actId="14100"/>
          <ac:spMkLst>
            <pc:docMk/>
            <pc:sldMk cId="1207418985" sldId="850"/>
            <ac:spMk id="2" creationId="{D41CFB16-E1A0-7CEA-B5E2-AC64A0B28E8A}"/>
          </ac:spMkLst>
        </pc:spChg>
        <pc:spChg chg="mod">
          <ac:chgData name="Magdalene Lim (RP)" userId="0d83deb8-e9a9-42ab-ae84-75cdb7b5bd8e" providerId="ADAL" clId="{F480144D-229B-4504-9707-A45AE5F79E10}" dt="2026-10-20T04:39:16.998" v="5294" actId="20577"/>
          <ac:spMkLst>
            <pc:docMk/>
            <pc:sldMk cId="1207418985" sldId="850"/>
            <ac:spMk id="4" creationId="{41B11A8C-8346-B4B6-5100-2718BF0CA322}"/>
          </ac:spMkLst>
        </pc:spChg>
        <pc:spChg chg="add mod">
          <ac:chgData name="Magdalene Lim (RP)" userId="0d83deb8-e9a9-42ab-ae84-75cdb7b5bd8e" providerId="ADAL" clId="{F480144D-229B-4504-9707-A45AE5F79E10}" dt="2026-10-20T03:01:20.853" v="5187" actId="1076"/>
          <ac:spMkLst>
            <pc:docMk/>
            <pc:sldMk cId="1207418985" sldId="850"/>
            <ac:spMk id="7" creationId="{995CBFC7-D32D-BF5D-6E3D-84D5001292E5}"/>
          </ac:spMkLst>
        </pc:spChg>
        <pc:spChg chg="add mod">
          <ac:chgData name="Magdalene Lim (RP)" userId="0d83deb8-e9a9-42ab-ae84-75cdb7b5bd8e" providerId="ADAL" clId="{F480144D-229B-4504-9707-A45AE5F79E10}" dt="2026-10-20T03:00:57.966" v="5183" actId="14100"/>
          <ac:spMkLst>
            <pc:docMk/>
            <pc:sldMk cId="1207418985" sldId="850"/>
            <ac:spMk id="8" creationId="{D8E836BE-2CDE-4336-53CE-3018AFDACE0C}"/>
          </ac:spMkLst>
        </pc:spChg>
        <pc:graphicFrameChg chg="add mod modGraphic">
          <ac:chgData name="Magdalene Lim (RP)" userId="0d83deb8-e9a9-42ab-ae84-75cdb7b5bd8e" providerId="ADAL" clId="{F480144D-229B-4504-9707-A45AE5F79E10}" dt="2026-10-20T03:01:20.853" v="5187" actId="1076"/>
          <ac:graphicFrameMkLst>
            <pc:docMk/>
            <pc:sldMk cId="1207418985" sldId="850"/>
            <ac:graphicFrameMk id="6" creationId="{94768E76-714E-CC15-897F-FEE7E4444AC9}"/>
          </ac:graphicFrameMkLst>
        </pc:graphicFrameChg>
      </pc:sldChg>
      <pc:sldChg chg="addSp delSp modSp add del mod modNotes">
        <pc:chgData name="Magdalene Lim (RP)" userId="0d83deb8-e9a9-42ab-ae84-75cdb7b5bd8e" providerId="ADAL" clId="{F480144D-229B-4504-9707-A45AE5F79E10}" dt="2026-10-25T01:59:22.417" v="5581" actId="47"/>
        <pc:sldMkLst>
          <pc:docMk/>
          <pc:sldMk cId="3475188831" sldId="851"/>
        </pc:sldMkLst>
        <pc:spChg chg="mod">
          <ac:chgData name="Magdalene Lim (RP)" userId="0d83deb8-e9a9-42ab-ae84-75cdb7b5bd8e" providerId="ADAL" clId="{F480144D-229B-4504-9707-A45AE5F79E10}" dt="2026-10-20T02:55:43.552" v="5095" actId="207"/>
          <ac:spMkLst>
            <pc:docMk/>
            <pc:sldMk cId="3475188831" sldId="851"/>
            <ac:spMk id="2" creationId="{42C7E240-DBCD-650A-39A5-0C0C6FF608BD}"/>
          </ac:spMkLst>
        </pc:spChg>
        <pc:spChg chg="mod">
          <ac:chgData name="Magdalene Lim (RP)" userId="0d83deb8-e9a9-42ab-ae84-75cdb7b5bd8e" providerId="ADAL" clId="{F480144D-229B-4504-9707-A45AE5F79E10}" dt="2026-10-20T04:38:44.411" v="5289" actId="20577"/>
          <ac:spMkLst>
            <pc:docMk/>
            <pc:sldMk cId="3475188831" sldId="851"/>
            <ac:spMk id="4" creationId="{CA44CB47-C87D-11C6-C406-53B69BD2DCF6}"/>
          </ac:spMkLst>
        </pc:spChg>
        <pc:spChg chg="add">
          <ac:chgData name="Magdalene Lim (RP)" userId="0d83deb8-e9a9-42ab-ae84-75cdb7b5bd8e" providerId="ADAL" clId="{F480144D-229B-4504-9707-A45AE5F79E10}" dt="2026-10-18T08:50:59.579" v="3708" actId="22"/>
          <ac:spMkLst>
            <pc:docMk/>
            <pc:sldMk cId="3475188831" sldId="851"/>
            <ac:spMk id="8" creationId="{68C78C55-C77A-D673-65AC-CC053464B2FA}"/>
          </ac:spMkLst>
        </pc:spChg>
        <pc:graphicFrameChg chg="mod modGraphic">
          <ac:chgData name="Magdalene Lim (RP)" userId="0d83deb8-e9a9-42ab-ae84-75cdb7b5bd8e" providerId="ADAL" clId="{F480144D-229B-4504-9707-A45AE5F79E10}" dt="2026-10-20T02:55:58.707" v="5101" actId="403"/>
          <ac:graphicFrameMkLst>
            <pc:docMk/>
            <pc:sldMk cId="3475188831" sldId="851"/>
            <ac:graphicFrameMk id="5" creationId="{119DD612-B0E6-F022-3D57-D99DFB5E08BD}"/>
          </ac:graphicFrameMkLst>
        </pc:graphicFrameChg>
      </pc:sldChg>
      <pc:sldChg chg="addSp delSp modSp new mod modNotes">
        <pc:chgData name="Magdalene Lim (RP)" userId="0d83deb8-e9a9-42ab-ae84-75cdb7b5bd8e" providerId="ADAL" clId="{F480144D-229B-4504-9707-A45AE5F79E10}" dt="2026-10-25T01:58:50.941" v="5512" actId="368"/>
        <pc:sldMkLst>
          <pc:docMk/>
          <pc:sldMk cId="2912575200" sldId="867"/>
        </pc:sldMkLst>
        <pc:spChg chg="mod">
          <ac:chgData name="Magdalene Lim (RP)" userId="0d83deb8-e9a9-42ab-ae84-75cdb7b5bd8e" providerId="ADAL" clId="{F480144D-229B-4504-9707-A45AE5F79E10}" dt="2026-10-25T01:46:52.542" v="5478" actId="113"/>
          <ac:spMkLst>
            <pc:docMk/>
            <pc:sldMk cId="2912575200" sldId="867"/>
            <ac:spMk id="2" creationId="{2C53A914-7DF4-BD15-AF1E-48C62CDB2E5A}"/>
          </ac:spMkLst>
        </pc:spChg>
        <pc:spChg chg="mod">
          <ac:chgData name="Magdalene Lim (RP)" userId="0d83deb8-e9a9-42ab-ae84-75cdb7b5bd8e" providerId="ADAL" clId="{F480144D-229B-4504-9707-A45AE5F79E10}" dt="2026-10-20T04:25:31.444" v="5254" actId="20577"/>
          <ac:spMkLst>
            <pc:docMk/>
            <pc:sldMk cId="2912575200" sldId="867"/>
            <ac:spMk id="4" creationId="{33ABBE3A-E2C8-710D-CFB8-24F7F646C2E1}"/>
          </ac:spMkLst>
        </pc:spChg>
        <pc:graphicFrameChg chg="add mod modGraphic">
          <ac:chgData name="Magdalene Lim (RP)" userId="0d83deb8-e9a9-42ab-ae84-75cdb7b5bd8e" providerId="ADAL" clId="{F480144D-229B-4504-9707-A45AE5F79E10}" dt="2026-10-20T02:47:12.963" v="5051" actId="14100"/>
          <ac:graphicFrameMkLst>
            <pc:docMk/>
            <pc:sldMk cId="2912575200" sldId="867"/>
            <ac:graphicFrameMk id="5" creationId="{B10FDD94-68E0-1B0A-3B67-7955246985B7}"/>
          </ac:graphicFrameMkLst>
        </pc:graphicFrameChg>
        <pc:picChg chg="add">
          <ac:chgData name="Magdalene Lim (RP)" userId="0d83deb8-e9a9-42ab-ae84-75cdb7b5bd8e" providerId="ADAL" clId="{F480144D-229B-4504-9707-A45AE5F79E10}" dt="2026-10-20T02:46:53.630" v="5023" actId="22"/>
          <ac:picMkLst>
            <pc:docMk/>
            <pc:sldMk cId="2912575200" sldId="867"/>
            <ac:picMk id="8" creationId="{D269B56F-70F5-F66E-1637-32015224D9F5}"/>
          </ac:picMkLst>
        </pc:picChg>
      </pc:sldChg>
      <pc:sldChg chg="delSp modSp add mod modNotes">
        <pc:chgData name="Magdalene Lim (RP)" userId="0d83deb8-e9a9-42ab-ae84-75cdb7b5bd8e" providerId="ADAL" clId="{F480144D-229B-4504-9707-A45AE5F79E10}" dt="2026-10-25T01:58:51.021" v="5572" actId="368"/>
        <pc:sldMkLst>
          <pc:docMk/>
          <pc:sldMk cId="862891894" sldId="870"/>
        </pc:sldMkLst>
        <pc:spChg chg="mod">
          <ac:chgData name="Magdalene Lim (RP)" userId="0d83deb8-e9a9-42ab-ae84-75cdb7b5bd8e" providerId="ADAL" clId="{F480144D-229B-4504-9707-A45AE5F79E10}" dt="2026-10-20T03:02:14.528" v="5196" actId="20577"/>
          <ac:spMkLst>
            <pc:docMk/>
            <pc:sldMk cId="862891894" sldId="870"/>
            <ac:spMk id="3" creationId="{F1059FB8-4555-F212-41DC-1BFFA3D4B94E}"/>
          </ac:spMkLst>
        </pc:spChg>
        <pc:spChg chg="mod">
          <ac:chgData name="Magdalene Lim (RP)" userId="0d83deb8-e9a9-42ab-ae84-75cdb7b5bd8e" providerId="ADAL" clId="{F480144D-229B-4504-9707-A45AE5F79E10}" dt="2026-10-20T03:08:05.077" v="5241" actId="26606"/>
          <ac:spMkLst>
            <pc:docMk/>
            <pc:sldMk cId="862891894" sldId="870"/>
            <ac:spMk id="6" creationId="{603653E6-AC67-94AC-029F-50DBAABAC585}"/>
          </ac:spMkLst>
        </pc:spChg>
        <pc:spChg chg="mod">
          <ac:chgData name="Magdalene Lim (RP)" userId="0d83deb8-e9a9-42ab-ae84-75cdb7b5bd8e" providerId="ADAL" clId="{F480144D-229B-4504-9707-A45AE5F79E10}" dt="2026-10-20T03:08:05.077" v="5241" actId="26606"/>
          <ac:spMkLst>
            <pc:docMk/>
            <pc:sldMk cId="862891894" sldId="870"/>
            <ac:spMk id="7" creationId="{7CE7924F-303C-12DE-B858-A07219D4C444}"/>
          </ac:spMkLst>
        </pc:spChg>
      </pc:sldChg>
      <pc:sldChg chg="addSp modSp add del mod modNotes">
        <pc:chgData name="Magdalene Lim (RP)" userId="0d83deb8-e9a9-42ab-ae84-75cdb7b5bd8e" providerId="ADAL" clId="{F480144D-229B-4504-9707-A45AE5F79E10}" dt="2026-10-25T01:59:01.292" v="5575" actId="47"/>
        <pc:sldMkLst>
          <pc:docMk/>
          <pc:sldMk cId="2618218289" sldId="872"/>
        </pc:sldMkLst>
        <pc:spChg chg="mod">
          <ac:chgData name="Magdalene Lim (RP)" userId="0d83deb8-e9a9-42ab-ae84-75cdb7b5bd8e" providerId="ADAL" clId="{F480144D-229B-4504-9707-A45AE5F79E10}" dt="2026-10-25T01:47:01.788" v="5479"/>
          <ac:spMkLst>
            <pc:docMk/>
            <pc:sldMk cId="2618218289" sldId="872"/>
            <ac:spMk id="2" creationId="{573701E0-F5CA-043F-D6D1-171FEF8B0A2A}"/>
          </ac:spMkLst>
        </pc:spChg>
        <pc:spChg chg="mod">
          <ac:chgData name="Magdalene Lim (RP)" userId="0d83deb8-e9a9-42ab-ae84-75cdb7b5bd8e" providerId="ADAL" clId="{F480144D-229B-4504-9707-A45AE5F79E10}" dt="2026-10-20T04:26:25.206" v="5256" actId="20577"/>
          <ac:spMkLst>
            <pc:docMk/>
            <pc:sldMk cId="2618218289" sldId="872"/>
            <ac:spMk id="4" creationId="{CCB29B15-0391-C6F1-2288-851289720365}"/>
          </ac:spMkLst>
        </pc:spChg>
        <pc:spChg chg="add mod">
          <ac:chgData name="Magdalene Lim (RP)" userId="0d83deb8-e9a9-42ab-ae84-75cdb7b5bd8e" providerId="ADAL" clId="{F480144D-229B-4504-9707-A45AE5F79E10}" dt="2026-10-20T02:44:46.657" v="5018" actId="1076"/>
          <ac:spMkLst>
            <pc:docMk/>
            <pc:sldMk cId="2618218289" sldId="872"/>
            <ac:spMk id="6" creationId="{5425EDBF-7C18-A1CA-7BCE-B5A858D5841D}"/>
          </ac:spMkLst>
        </pc:spChg>
        <pc:picChg chg="add">
          <ac:chgData name="Magdalene Lim (RP)" userId="0d83deb8-e9a9-42ab-ae84-75cdb7b5bd8e" providerId="ADAL" clId="{F480144D-229B-4504-9707-A45AE5F79E10}" dt="2026-10-20T02:47:21.354" v="5053" actId="22"/>
          <ac:picMkLst>
            <pc:docMk/>
            <pc:sldMk cId="2618218289" sldId="872"/>
            <ac:picMk id="8" creationId="{F958838E-4F09-1C3A-5A1F-04CA6E612471}"/>
          </ac:picMkLst>
        </pc:picChg>
      </pc:sldChg>
      <pc:sldChg chg="addSp modSp add mod ord modNotes">
        <pc:chgData name="Magdalene Lim (RP)" userId="0d83deb8-e9a9-42ab-ae84-75cdb7b5bd8e" providerId="ADAL" clId="{F480144D-229B-4504-9707-A45AE5F79E10}" dt="2026-10-25T01:58:51.026" v="5574" actId="368"/>
        <pc:sldMkLst>
          <pc:docMk/>
          <pc:sldMk cId="0" sldId="873"/>
        </pc:sldMkLst>
        <pc:spChg chg="mod">
          <ac:chgData name="Magdalene Lim (RP)" userId="0d83deb8-e9a9-42ab-ae84-75cdb7b5bd8e" providerId="ADAL" clId="{F480144D-229B-4504-9707-A45AE5F79E10}" dt="2026-10-20T04:58:00.407" v="5403" actId="20577"/>
          <ac:spMkLst>
            <pc:docMk/>
            <pc:sldMk cId="0" sldId="873"/>
            <ac:spMk id="2" creationId="{00000000-0000-0000-0000-000000000000}"/>
          </ac:spMkLst>
        </pc:spChg>
        <pc:picChg chg="add mod">
          <ac:chgData name="Magdalene Lim (RP)" userId="0d83deb8-e9a9-42ab-ae84-75cdb7b5bd8e" providerId="ADAL" clId="{F480144D-229B-4504-9707-A45AE5F79E10}" dt="2026-10-20T05:18:56.516" v="5463" actId="1076"/>
          <ac:picMkLst>
            <pc:docMk/>
            <pc:sldMk cId="0" sldId="873"/>
            <ac:picMk id="4" creationId="{A9D6FC0F-BA31-609C-702C-EFA1A4E31AF2}"/>
          </ac:picMkLst>
        </pc:picChg>
        <pc:picChg chg="add mod">
          <ac:chgData name="Magdalene Lim (RP)" userId="0d83deb8-e9a9-42ab-ae84-75cdb7b5bd8e" providerId="ADAL" clId="{F480144D-229B-4504-9707-A45AE5F79E10}" dt="2026-10-20T05:18:48.970" v="5460" actId="1076"/>
          <ac:picMkLst>
            <pc:docMk/>
            <pc:sldMk cId="0" sldId="873"/>
            <ac:picMk id="6" creationId="{12CD102E-D48A-003C-250B-7F5221BC5FE8}"/>
          </ac:picMkLst>
        </pc:picChg>
      </pc:sldChg>
      <pc:sldChg chg="modSp new mod">
        <pc:chgData name="Magdalene Lim (RP)" userId="0d83deb8-e9a9-42ab-ae84-75cdb7b5bd8e" providerId="ADAL" clId="{F480144D-229B-4504-9707-A45AE5F79E10}" dt="2026-10-25T01:54:18.584" v="5482" actId="20577"/>
        <pc:sldMkLst>
          <pc:docMk/>
          <pc:sldMk cId="2548950431" sldId="874"/>
        </pc:sldMkLst>
        <pc:spChg chg="mod">
          <ac:chgData name="Magdalene Lim (RP)" userId="0d83deb8-e9a9-42ab-ae84-75cdb7b5bd8e" providerId="ADAL" clId="{F480144D-229B-4504-9707-A45AE5F79E10}" dt="2026-10-25T01:54:18.584" v="5482" actId="20577"/>
          <ac:spMkLst>
            <pc:docMk/>
            <pc:sldMk cId="2548950431" sldId="874"/>
            <ac:spMk id="2" creationId="{0AFFD053-E89F-D03E-FF52-4E6CB7C0FFCF}"/>
          </ac:spMkLst>
        </pc:spChg>
        <pc:spChg chg="mod">
          <ac:chgData name="Magdalene Lim (RP)" userId="0d83deb8-e9a9-42ab-ae84-75cdb7b5bd8e" providerId="ADAL" clId="{F480144D-229B-4504-9707-A45AE5F79E10}" dt="2026-10-20T05:09:56.201" v="5453" actId="404"/>
          <ac:spMkLst>
            <pc:docMk/>
            <pc:sldMk cId="2548950431" sldId="874"/>
            <ac:spMk id="3" creationId="{B95D7515-B733-3873-8B7C-29511FC6B34B}"/>
          </ac:spMkLst>
        </pc:spChg>
      </pc:sldChg>
      <pc:sldMasterChg chg="addSldLayout delSldLayout modSldLayout">
        <pc:chgData name="Magdalene Lim (RP)" userId="0d83deb8-e9a9-42ab-ae84-75cdb7b5bd8e" providerId="ADAL" clId="{F480144D-229B-4504-9707-A45AE5F79E10}" dt="2026-10-20T04:52:42.179" v="5307" actId="26606"/>
        <pc:sldMasterMkLst>
          <pc:docMk/>
          <pc:sldMasterMk cId="876220860" sldId="2147483648"/>
        </pc:sldMasterMkLst>
        <pc:sldLayoutChg chg="add">
          <pc:chgData name="Magdalene Lim (RP)" userId="0d83deb8-e9a9-42ab-ae84-75cdb7b5bd8e" providerId="ADAL" clId="{F480144D-229B-4504-9707-A45AE5F79E10}" dt="2026-10-20T04:52:42.179" v="5307" actId="26606"/>
          <pc:sldLayoutMkLst>
            <pc:docMk/>
            <pc:sldMasterMk cId="876220860" sldId="2147483648"/>
            <pc:sldLayoutMk cId="4219249576" sldId="2147483663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577B52-1CBE-4AE5-9DF6-A685BE21D4A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9070E29-EC24-4B7C-9C7D-3BC79B4DB50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 dirty="0"/>
            <a:t>Sets up an Express server and configures EJS, sessions, flash messages, form handling, static files, and image uploads.</a:t>
          </a:r>
          <a:endParaRPr lang="en-US" sz="1400" dirty="0"/>
        </a:p>
      </dgm:t>
    </dgm:pt>
    <dgm:pt modelId="{F553E543-7484-4F27-A9A7-A3A483F6E788}" type="parTrans" cxnId="{343D79C9-5E3D-4450-9C4A-004C9A12CA40}">
      <dgm:prSet/>
      <dgm:spPr/>
      <dgm:t>
        <a:bodyPr/>
        <a:lstStyle/>
        <a:p>
          <a:endParaRPr lang="en-US" sz="1800"/>
        </a:p>
      </dgm:t>
    </dgm:pt>
    <dgm:pt modelId="{C4C5CED5-F334-45CE-ABB0-312A537FCE6A}" type="sibTrans" cxnId="{343D79C9-5E3D-4450-9C4A-004C9A12CA40}">
      <dgm:prSet/>
      <dgm:spPr/>
      <dgm:t>
        <a:bodyPr/>
        <a:lstStyle/>
        <a:p>
          <a:endParaRPr lang="en-US" sz="1800"/>
        </a:p>
      </dgm:t>
    </dgm:pt>
    <dgm:pt modelId="{CD70136F-D2E0-4BA9-805B-8751ECC7FA9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Connects to the MySQL petcare database and hashes passwords with SHA-256.</a:t>
          </a:r>
          <a:endParaRPr lang="en-US" sz="1400"/>
        </a:p>
      </dgm:t>
    </dgm:pt>
    <dgm:pt modelId="{97781FD6-F21C-4216-9686-73EF0CEE45D3}" type="parTrans" cxnId="{A3078FA0-AC6F-4448-A4D9-A9CF76DBB9AF}">
      <dgm:prSet/>
      <dgm:spPr/>
      <dgm:t>
        <a:bodyPr/>
        <a:lstStyle/>
        <a:p>
          <a:endParaRPr lang="en-US" sz="1800"/>
        </a:p>
      </dgm:t>
    </dgm:pt>
    <dgm:pt modelId="{37A77ECF-3C53-4B08-B1AF-FF9AF1C281C5}" type="sibTrans" cxnId="{A3078FA0-AC6F-4448-A4D9-A9CF76DBB9AF}">
      <dgm:prSet/>
      <dgm:spPr/>
      <dgm:t>
        <a:bodyPr/>
        <a:lstStyle/>
        <a:p>
          <a:endParaRPr lang="en-US" sz="1800"/>
        </a:p>
      </dgm:t>
    </dgm:pt>
    <dgm:pt modelId="{0EEC8C2B-97A3-4B08-BF9A-6732229D2E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 dirty="0"/>
            <a:t>Handles routes for authentication, admin user management, pet management, and journal actions.</a:t>
          </a:r>
          <a:endParaRPr lang="en-US" sz="1400" dirty="0"/>
        </a:p>
      </dgm:t>
    </dgm:pt>
    <dgm:pt modelId="{277BC23D-A3ED-4630-8457-2C4E2C329FD2}" type="parTrans" cxnId="{4641CC29-D924-47EA-A9E9-0B846F4A45B1}">
      <dgm:prSet/>
      <dgm:spPr/>
      <dgm:t>
        <a:bodyPr/>
        <a:lstStyle/>
        <a:p>
          <a:endParaRPr lang="en-US" sz="1800"/>
        </a:p>
      </dgm:t>
    </dgm:pt>
    <dgm:pt modelId="{4D47DAAE-45CB-4A75-A52C-9BC6A4362049}" type="sibTrans" cxnId="{4641CC29-D924-47EA-A9E9-0B846F4A45B1}">
      <dgm:prSet/>
      <dgm:spPr/>
      <dgm:t>
        <a:bodyPr/>
        <a:lstStyle/>
        <a:p>
          <a:endParaRPr lang="en-US" sz="1800"/>
        </a:p>
      </dgm:t>
    </dgm:pt>
    <dgm:pt modelId="{5B18BC00-DCB6-45AC-B0D0-0BCA6549A0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Runs SQL queries to create, retrieve, update, and delete user, pet, and journal data.</a:t>
          </a:r>
          <a:endParaRPr lang="en-US" sz="1400"/>
        </a:p>
      </dgm:t>
    </dgm:pt>
    <dgm:pt modelId="{A0B6CA18-EE6D-42D6-A094-D66B87240EB1}" type="parTrans" cxnId="{A36EFC33-DB54-4772-A79E-2D2B4E2C7710}">
      <dgm:prSet/>
      <dgm:spPr/>
      <dgm:t>
        <a:bodyPr/>
        <a:lstStyle/>
        <a:p>
          <a:endParaRPr lang="en-US" sz="1800"/>
        </a:p>
      </dgm:t>
    </dgm:pt>
    <dgm:pt modelId="{C146AFF5-E9CA-4B8E-8ED4-38FCEEFBAF7A}" type="sibTrans" cxnId="{A36EFC33-DB54-4772-A79E-2D2B4E2C7710}">
      <dgm:prSet/>
      <dgm:spPr/>
      <dgm:t>
        <a:bodyPr/>
        <a:lstStyle/>
        <a:p>
          <a:endParaRPr lang="en-US" sz="1800"/>
        </a:p>
      </dgm:t>
    </dgm:pt>
    <dgm:pt modelId="{CEE07A3C-9646-4EBE-B59B-0AF252324C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Renders EJS pages with relevant database results and session information.</a:t>
          </a:r>
          <a:endParaRPr lang="en-US" sz="1400"/>
        </a:p>
      </dgm:t>
    </dgm:pt>
    <dgm:pt modelId="{FB0549F8-969B-4949-B118-9BE42B3ADBB3}" type="parTrans" cxnId="{6D6797E5-23B8-4AE7-8862-E313E14EE12B}">
      <dgm:prSet/>
      <dgm:spPr/>
      <dgm:t>
        <a:bodyPr/>
        <a:lstStyle/>
        <a:p>
          <a:endParaRPr lang="en-US" sz="1800"/>
        </a:p>
      </dgm:t>
    </dgm:pt>
    <dgm:pt modelId="{582C99DF-DD7E-4886-AAEB-E80D9B1630F8}" type="sibTrans" cxnId="{6D6797E5-23B8-4AE7-8862-E313E14EE12B}">
      <dgm:prSet/>
      <dgm:spPr/>
      <dgm:t>
        <a:bodyPr/>
        <a:lstStyle/>
        <a:p>
          <a:endParaRPr lang="en-US" sz="1800"/>
        </a:p>
      </dgm:t>
    </dgm:pt>
    <dgm:pt modelId="{7ABB1BDC-7DF6-4165-AA50-34D01D06D93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/>
            <a:t>Uses middleware to restrict access to selected routes.</a:t>
          </a:r>
          <a:endParaRPr lang="en-US" sz="1400"/>
        </a:p>
      </dgm:t>
    </dgm:pt>
    <dgm:pt modelId="{73C826CB-DF7D-4C02-A94E-484BFA587C3B}" type="parTrans" cxnId="{54F00EB7-A6F4-4AF5-B705-56BE8D3E821C}">
      <dgm:prSet/>
      <dgm:spPr/>
      <dgm:t>
        <a:bodyPr/>
        <a:lstStyle/>
        <a:p>
          <a:endParaRPr lang="en-US" sz="1800"/>
        </a:p>
      </dgm:t>
    </dgm:pt>
    <dgm:pt modelId="{A3020BE6-834D-4E11-BAD7-2200A2F70EBD}" type="sibTrans" cxnId="{54F00EB7-A6F4-4AF5-B705-56BE8D3E821C}">
      <dgm:prSet/>
      <dgm:spPr/>
      <dgm:t>
        <a:bodyPr/>
        <a:lstStyle/>
        <a:p>
          <a:endParaRPr lang="en-US" sz="1800"/>
        </a:p>
      </dgm:t>
    </dgm:pt>
    <dgm:pt modelId="{2C99C386-3B81-4431-8B9B-A5E7BE42DA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SG" sz="1400" dirty="0"/>
            <a:t>Starts the server on port 3000.</a:t>
          </a:r>
          <a:endParaRPr lang="en-US" sz="1400" dirty="0"/>
        </a:p>
      </dgm:t>
    </dgm:pt>
    <dgm:pt modelId="{599063BB-DB95-44CE-90C4-451EB4AAD9DA}" type="parTrans" cxnId="{2D0AC73F-FD68-4090-8DC2-770F8C2A95E3}">
      <dgm:prSet/>
      <dgm:spPr/>
      <dgm:t>
        <a:bodyPr/>
        <a:lstStyle/>
        <a:p>
          <a:endParaRPr lang="en-US" sz="1800"/>
        </a:p>
      </dgm:t>
    </dgm:pt>
    <dgm:pt modelId="{A4DF828F-2919-48D1-9934-2B48B9ADD868}" type="sibTrans" cxnId="{2D0AC73F-FD68-4090-8DC2-770F8C2A95E3}">
      <dgm:prSet/>
      <dgm:spPr/>
      <dgm:t>
        <a:bodyPr/>
        <a:lstStyle/>
        <a:p>
          <a:endParaRPr lang="en-US" sz="1800"/>
        </a:p>
      </dgm:t>
    </dgm:pt>
    <dgm:pt modelId="{04F0CDD9-2AFD-4FEF-A636-F7409ABA5F99}" type="pres">
      <dgm:prSet presAssocID="{4E577B52-1CBE-4AE5-9DF6-A685BE21D4A2}" presName="root" presStyleCnt="0">
        <dgm:presLayoutVars>
          <dgm:dir/>
          <dgm:resizeHandles val="exact"/>
        </dgm:presLayoutVars>
      </dgm:prSet>
      <dgm:spPr/>
    </dgm:pt>
    <dgm:pt modelId="{955990A3-8C58-459B-B600-CE9754B0CCBC}" type="pres">
      <dgm:prSet presAssocID="{A9070E29-EC24-4B7C-9C7D-3BC79B4DB504}" presName="compNode" presStyleCnt="0"/>
      <dgm:spPr/>
    </dgm:pt>
    <dgm:pt modelId="{CB2A3451-07A0-44C5-919B-04E0B2166E5E}" type="pres">
      <dgm:prSet presAssocID="{A9070E29-EC24-4B7C-9C7D-3BC79B4DB504}" presName="bgRect" presStyleLbl="bgShp" presStyleIdx="0" presStyleCnt="7"/>
      <dgm:spPr/>
    </dgm:pt>
    <dgm:pt modelId="{3A37C645-57B2-4857-9617-38DDC9A0C1B4}" type="pres">
      <dgm:prSet presAssocID="{A9070E29-EC24-4B7C-9C7D-3BC79B4DB504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6BAC62C-8940-41E1-9142-17A435D738B0}" type="pres">
      <dgm:prSet presAssocID="{A9070E29-EC24-4B7C-9C7D-3BC79B4DB504}" presName="spaceRect" presStyleCnt="0"/>
      <dgm:spPr/>
    </dgm:pt>
    <dgm:pt modelId="{619FD5B4-7AC5-4B02-BB8A-A5FF993EEF6F}" type="pres">
      <dgm:prSet presAssocID="{A9070E29-EC24-4B7C-9C7D-3BC79B4DB504}" presName="parTx" presStyleLbl="revTx" presStyleIdx="0" presStyleCnt="7">
        <dgm:presLayoutVars>
          <dgm:chMax val="0"/>
          <dgm:chPref val="0"/>
        </dgm:presLayoutVars>
      </dgm:prSet>
      <dgm:spPr/>
    </dgm:pt>
    <dgm:pt modelId="{8914DB13-077C-4214-A304-8AE684E22C84}" type="pres">
      <dgm:prSet presAssocID="{C4C5CED5-F334-45CE-ABB0-312A537FCE6A}" presName="sibTrans" presStyleCnt="0"/>
      <dgm:spPr/>
    </dgm:pt>
    <dgm:pt modelId="{B98EF31A-5856-4488-8C2B-894414A06066}" type="pres">
      <dgm:prSet presAssocID="{CD70136F-D2E0-4BA9-805B-8751ECC7FA9B}" presName="compNode" presStyleCnt="0"/>
      <dgm:spPr/>
    </dgm:pt>
    <dgm:pt modelId="{0E309F52-9846-4609-B5A5-6D6952E541EE}" type="pres">
      <dgm:prSet presAssocID="{CD70136F-D2E0-4BA9-805B-8751ECC7FA9B}" presName="bgRect" presStyleLbl="bgShp" presStyleIdx="1" presStyleCnt="7"/>
      <dgm:spPr/>
    </dgm:pt>
    <dgm:pt modelId="{417C4BCD-3EE5-42ED-9153-F8DF54E5F451}" type="pres">
      <dgm:prSet presAssocID="{CD70136F-D2E0-4BA9-805B-8751ECC7FA9B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B209D5C-C504-4839-A596-2A909631833F}" type="pres">
      <dgm:prSet presAssocID="{CD70136F-D2E0-4BA9-805B-8751ECC7FA9B}" presName="spaceRect" presStyleCnt="0"/>
      <dgm:spPr/>
    </dgm:pt>
    <dgm:pt modelId="{8A3B08DA-16BE-47F5-8E70-8976590FAAF8}" type="pres">
      <dgm:prSet presAssocID="{CD70136F-D2E0-4BA9-805B-8751ECC7FA9B}" presName="parTx" presStyleLbl="revTx" presStyleIdx="1" presStyleCnt="7">
        <dgm:presLayoutVars>
          <dgm:chMax val="0"/>
          <dgm:chPref val="0"/>
        </dgm:presLayoutVars>
      </dgm:prSet>
      <dgm:spPr/>
    </dgm:pt>
    <dgm:pt modelId="{CA1483A2-C23D-443B-A641-D2AC11020764}" type="pres">
      <dgm:prSet presAssocID="{37A77ECF-3C53-4B08-B1AF-FF9AF1C281C5}" presName="sibTrans" presStyleCnt="0"/>
      <dgm:spPr/>
    </dgm:pt>
    <dgm:pt modelId="{138BAD60-CA7E-48D8-89BB-8993E543613C}" type="pres">
      <dgm:prSet presAssocID="{0EEC8C2B-97A3-4B08-BF9A-6732229D2EF5}" presName="compNode" presStyleCnt="0"/>
      <dgm:spPr/>
    </dgm:pt>
    <dgm:pt modelId="{51DE7C03-7718-4D79-BB4D-7814426A305A}" type="pres">
      <dgm:prSet presAssocID="{0EEC8C2B-97A3-4B08-BF9A-6732229D2EF5}" presName="bgRect" presStyleLbl="bgShp" presStyleIdx="2" presStyleCnt="7"/>
      <dgm:spPr/>
    </dgm:pt>
    <dgm:pt modelId="{EAAE31AC-1AB1-4B51-8C7E-3A39F65B38D3}" type="pres">
      <dgm:prSet presAssocID="{0EEC8C2B-97A3-4B08-BF9A-6732229D2EF5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61213C9-A9D3-43BA-A4E1-98B59DD01159}" type="pres">
      <dgm:prSet presAssocID="{0EEC8C2B-97A3-4B08-BF9A-6732229D2EF5}" presName="spaceRect" presStyleCnt="0"/>
      <dgm:spPr/>
    </dgm:pt>
    <dgm:pt modelId="{F65026E4-A34D-4EE4-911B-C78154002973}" type="pres">
      <dgm:prSet presAssocID="{0EEC8C2B-97A3-4B08-BF9A-6732229D2EF5}" presName="parTx" presStyleLbl="revTx" presStyleIdx="2" presStyleCnt="7">
        <dgm:presLayoutVars>
          <dgm:chMax val="0"/>
          <dgm:chPref val="0"/>
        </dgm:presLayoutVars>
      </dgm:prSet>
      <dgm:spPr/>
    </dgm:pt>
    <dgm:pt modelId="{B1E0A792-44E5-49D3-BD5E-959707A14FE3}" type="pres">
      <dgm:prSet presAssocID="{4D47DAAE-45CB-4A75-A52C-9BC6A4362049}" presName="sibTrans" presStyleCnt="0"/>
      <dgm:spPr/>
    </dgm:pt>
    <dgm:pt modelId="{737D80CC-763F-48FF-9247-1F41BA023A99}" type="pres">
      <dgm:prSet presAssocID="{5B18BC00-DCB6-45AC-B0D0-0BCA6549A002}" presName="compNode" presStyleCnt="0"/>
      <dgm:spPr/>
    </dgm:pt>
    <dgm:pt modelId="{9800CF81-885E-4A82-9D31-ABCC372E0395}" type="pres">
      <dgm:prSet presAssocID="{5B18BC00-DCB6-45AC-B0D0-0BCA6549A002}" presName="bgRect" presStyleLbl="bgShp" presStyleIdx="3" presStyleCnt="7"/>
      <dgm:spPr/>
    </dgm:pt>
    <dgm:pt modelId="{9E753DFD-9882-458D-942D-864BCC884BD0}" type="pres">
      <dgm:prSet presAssocID="{5B18BC00-DCB6-45AC-B0D0-0BCA6549A002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5FC2B2D-940F-462A-A39D-BCF38650F953}" type="pres">
      <dgm:prSet presAssocID="{5B18BC00-DCB6-45AC-B0D0-0BCA6549A002}" presName="spaceRect" presStyleCnt="0"/>
      <dgm:spPr/>
    </dgm:pt>
    <dgm:pt modelId="{9DD1AB88-E44C-4FEE-885D-88293494F078}" type="pres">
      <dgm:prSet presAssocID="{5B18BC00-DCB6-45AC-B0D0-0BCA6549A002}" presName="parTx" presStyleLbl="revTx" presStyleIdx="3" presStyleCnt="7">
        <dgm:presLayoutVars>
          <dgm:chMax val="0"/>
          <dgm:chPref val="0"/>
        </dgm:presLayoutVars>
      </dgm:prSet>
      <dgm:spPr/>
    </dgm:pt>
    <dgm:pt modelId="{991AF93F-5D2F-4154-B572-65C817813C3C}" type="pres">
      <dgm:prSet presAssocID="{C146AFF5-E9CA-4B8E-8ED4-38FCEEFBAF7A}" presName="sibTrans" presStyleCnt="0"/>
      <dgm:spPr/>
    </dgm:pt>
    <dgm:pt modelId="{05C07B0C-7F77-4759-80DE-335577B9C585}" type="pres">
      <dgm:prSet presAssocID="{CEE07A3C-9646-4EBE-B59B-0AF252324CE6}" presName="compNode" presStyleCnt="0"/>
      <dgm:spPr/>
    </dgm:pt>
    <dgm:pt modelId="{DBFA3A71-D58C-4E3E-AD36-86C9611EBEF9}" type="pres">
      <dgm:prSet presAssocID="{CEE07A3C-9646-4EBE-B59B-0AF252324CE6}" presName="bgRect" presStyleLbl="bgShp" presStyleIdx="4" presStyleCnt="7"/>
      <dgm:spPr/>
    </dgm:pt>
    <dgm:pt modelId="{CA404C98-7E00-45A4-A906-188E6F4D53B0}" type="pres">
      <dgm:prSet presAssocID="{CEE07A3C-9646-4EBE-B59B-0AF252324CE6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7BC4CD9-9D7A-484C-9103-8C1557E3BD23}" type="pres">
      <dgm:prSet presAssocID="{CEE07A3C-9646-4EBE-B59B-0AF252324CE6}" presName="spaceRect" presStyleCnt="0"/>
      <dgm:spPr/>
    </dgm:pt>
    <dgm:pt modelId="{F6958EF9-7D97-40F5-9973-BB01CBA1A1E4}" type="pres">
      <dgm:prSet presAssocID="{CEE07A3C-9646-4EBE-B59B-0AF252324CE6}" presName="parTx" presStyleLbl="revTx" presStyleIdx="4" presStyleCnt="7">
        <dgm:presLayoutVars>
          <dgm:chMax val="0"/>
          <dgm:chPref val="0"/>
        </dgm:presLayoutVars>
      </dgm:prSet>
      <dgm:spPr/>
    </dgm:pt>
    <dgm:pt modelId="{AA1768E8-E014-4DA5-A5AC-050D9F79B174}" type="pres">
      <dgm:prSet presAssocID="{582C99DF-DD7E-4886-AAEB-E80D9B1630F8}" presName="sibTrans" presStyleCnt="0"/>
      <dgm:spPr/>
    </dgm:pt>
    <dgm:pt modelId="{16CFF08D-FABF-461A-AD48-AE1EB98FBEBA}" type="pres">
      <dgm:prSet presAssocID="{7ABB1BDC-7DF6-4165-AA50-34D01D06D934}" presName="compNode" presStyleCnt="0"/>
      <dgm:spPr/>
    </dgm:pt>
    <dgm:pt modelId="{E71B19C6-6458-41DE-82D8-AB8F3A9B9884}" type="pres">
      <dgm:prSet presAssocID="{7ABB1BDC-7DF6-4165-AA50-34D01D06D934}" presName="bgRect" presStyleLbl="bgShp" presStyleIdx="5" presStyleCnt="7"/>
      <dgm:spPr/>
    </dgm:pt>
    <dgm:pt modelId="{7E1CDA65-3882-4E0C-BA17-6C88E1187E5A}" type="pres">
      <dgm:prSet presAssocID="{7ABB1BDC-7DF6-4165-AA50-34D01D06D934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E9B5EAF3-DD49-488F-A6B0-014ED53A2CAC}" type="pres">
      <dgm:prSet presAssocID="{7ABB1BDC-7DF6-4165-AA50-34D01D06D934}" presName="spaceRect" presStyleCnt="0"/>
      <dgm:spPr/>
    </dgm:pt>
    <dgm:pt modelId="{2D097E40-6A0C-4933-9C72-A4050D030C2E}" type="pres">
      <dgm:prSet presAssocID="{7ABB1BDC-7DF6-4165-AA50-34D01D06D934}" presName="parTx" presStyleLbl="revTx" presStyleIdx="5" presStyleCnt="7">
        <dgm:presLayoutVars>
          <dgm:chMax val="0"/>
          <dgm:chPref val="0"/>
        </dgm:presLayoutVars>
      </dgm:prSet>
      <dgm:spPr/>
    </dgm:pt>
    <dgm:pt modelId="{BF75C2D3-D2B6-4FCB-9CD5-15E263CA110B}" type="pres">
      <dgm:prSet presAssocID="{A3020BE6-834D-4E11-BAD7-2200A2F70EBD}" presName="sibTrans" presStyleCnt="0"/>
      <dgm:spPr/>
    </dgm:pt>
    <dgm:pt modelId="{179333EA-AF74-4D36-9FA7-223F3E6284D9}" type="pres">
      <dgm:prSet presAssocID="{2C99C386-3B81-4431-8B9B-A5E7BE42DA38}" presName="compNode" presStyleCnt="0"/>
      <dgm:spPr/>
    </dgm:pt>
    <dgm:pt modelId="{D913E825-8584-47D4-9B85-FAE691BBEEE1}" type="pres">
      <dgm:prSet presAssocID="{2C99C386-3B81-4431-8B9B-A5E7BE42DA38}" presName="bgRect" presStyleLbl="bgShp" presStyleIdx="6" presStyleCnt="7"/>
      <dgm:spPr/>
    </dgm:pt>
    <dgm:pt modelId="{505D1374-C15B-49F0-B66B-C4F1C5F69D01}" type="pres">
      <dgm:prSet presAssocID="{2C99C386-3B81-4431-8B9B-A5E7BE42DA38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CF708618-7C18-4DCB-B4D4-1A48A336C4C9}" type="pres">
      <dgm:prSet presAssocID="{2C99C386-3B81-4431-8B9B-A5E7BE42DA38}" presName="spaceRect" presStyleCnt="0"/>
      <dgm:spPr/>
    </dgm:pt>
    <dgm:pt modelId="{63C41633-1AB2-4C23-A033-61228D4CC5CC}" type="pres">
      <dgm:prSet presAssocID="{2C99C386-3B81-4431-8B9B-A5E7BE42DA3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46B0ED23-542E-4640-A6B2-400391AA625C}" type="presOf" srcId="{A9070E29-EC24-4B7C-9C7D-3BC79B4DB504}" destId="{619FD5B4-7AC5-4B02-BB8A-A5FF993EEF6F}" srcOrd="0" destOrd="0" presId="urn:microsoft.com/office/officeart/2018/2/layout/IconVerticalSolidList"/>
    <dgm:cxn modelId="{4641CC29-D924-47EA-A9E9-0B846F4A45B1}" srcId="{4E577B52-1CBE-4AE5-9DF6-A685BE21D4A2}" destId="{0EEC8C2B-97A3-4B08-BF9A-6732229D2EF5}" srcOrd="2" destOrd="0" parTransId="{277BC23D-A3ED-4630-8457-2C4E2C329FD2}" sibTransId="{4D47DAAE-45CB-4A75-A52C-9BC6A4362049}"/>
    <dgm:cxn modelId="{A36EFC33-DB54-4772-A79E-2D2B4E2C7710}" srcId="{4E577B52-1CBE-4AE5-9DF6-A685BE21D4A2}" destId="{5B18BC00-DCB6-45AC-B0D0-0BCA6549A002}" srcOrd="3" destOrd="0" parTransId="{A0B6CA18-EE6D-42D6-A094-D66B87240EB1}" sibTransId="{C146AFF5-E9CA-4B8E-8ED4-38FCEEFBAF7A}"/>
    <dgm:cxn modelId="{2D0AC73F-FD68-4090-8DC2-770F8C2A95E3}" srcId="{4E577B52-1CBE-4AE5-9DF6-A685BE21D4A2}" destId="{2C99C386-3B81-4431-8B9B-A5E7BE42DA38}" srcOrd="6" destOrd="0" parTransId="{599063BB-DB95-44CE-90C4-451EB4AAD9DA}" sibTransId="{A4DF828F-2919-48D1-9934-2B48B9ADD868}"/>
    <dgm:cxn modelId="{6D86385F-438E-4990-9D75-8D5CC8716604}" type="presOf" srcId="{CEE07A3C-9646-4EBE-B59B-0AF252324CE6}" destId="{F6958EF9-7D97-40F5-9973-BB01CBA1A1E4}" srcOrd="0" destOrd="0" presId="urn:microsoft.com/office/officeart/2018/2/layout/IconVerticalSolidList"/>
    <dgm:cxn modelId="{A3078FA0-AC6F-4448-A4D9-A9CF76DBB9AF}" srcId="{4E577B52-1CBE-4AE5-9DF6-A685BE21D4A2}" destId="{CD70136F-D2E0-4BA9-805B-8751ECC7FA9B}" srcOrd="1" destOrd="0" parTransId="{97781FD6-F21C-4216-9686-73EF0CEE45D3}" sibTransId="{37A77ECF-3C53-4B08-B1AF-FF9AF1C281C5}"/>
    <dgm:cxn modelId="{69992EA4-F966-47A0-AF06-23819A140A1C}" type="presOf" srcId="{5B18BC00-DCB6-45AC-B0D0-0BCA6549A002}" destId="{9DD1AB88-E44C-4FEE-885D-88293494F078}" srcOrd="0" destOrd="0" presId="urn:microsoft.com/office/officeart/2018/2/layout/IconVerticalSolidList"/>
    <dgm:cxn modelId="{9E2FCAAA-C14E-4F02-A732-CF1C1EF56B73}" type="presOf" srcId="{CD70136F-D2E0-4BA9-805B-8751ECC7FA9B}" destId="{8A3B08DA-16BE-47F5-8E70-8976590FAAF8}" srcOrd="0" destOrd="0" presId="urn:microsoft.com/office/officeart/2018/2/layout/IconVerticalSolidList"/>
    <dgm:cxn modelId="{54F00EB7-A6F4-4AF5-B705-56BE8D3E821C}" srcId="{4E577B52-1CBE-4AE5-9DF6-A685BE21D4A2}" destId="{7ABB1BDC-7DF6-4165-AA50-34D01D06D934}" srcOrd="5" destOrd="0" parTransId="{73C826CB-DF7D-4C02-A94E-484BFA587C3B}" sibTransId="{A3020BE6-834D-4E11-BAD7-2200A2F70EBD}"/>
    <dgm:cxn modelId="{343D79C9-5E3D-4450-9C4A-004C9A12CA40}" srcId="{4E577B52-1CBE-4AE5-9DF6-A685BE21D4A2}" destId="{A9070E29-EC24-4B7C-9C7D-3BC79B4DB504}" srcOrd="0" destOrd="0" parTransId="{F553E543-7484-4F27-A9A7-A3A483F6E788}" sibTransId="{C4C5CED5-F334-45CE-ABB0-312A537FCE6A}"/>
    <dgm:cxn modelId="{E60622E5-C0BE-43F6-B6AC-5B922FF4A4E9}" type="presOf" srcId="{7ABB1BDC-7DF6-4165-AA50-34D01D06D934}" destId="{2D097E40-6A0C-4933-9C72-A4050D030C2E}" srcOrd="0" destOrd="0" presId="urn:microsoft.com/office/officeart/2018/2/layout/IconVerticalSolidList"/>
    <dgm:cxn modelId="{6D6797E5-23B8-4AE7-8862-E313E14EE12B}" srcId="{4E577B52-1CBE-4AE5-9DF6-A685BE21D4A2}" destId="{CEE07A3C-9646-4EBE-B59B-0AF252324CE6}" srcOrd="4" destOrd="0" parTransId="{FB0549F8-969B-4949-B118-9BE42B3ADBB3}" sibTransId="{582C99DF-DD7E-4886-AAEB-E80D9B1630F8}"/>
    <dgm:cxn modelId="{2C49E2E6-EFD0-44D2-AB11-2E82954C4720}" type="presOf" srcId="{4E577B52-1CBE-4AE5-9DF6-A685BE21D4A2}" destId="{04F0CDD9-2AFD-4FEF-A636-F7409ABA5F99}" srcOrd="0" destOrd="0" presId="urn:microsoft.com/office/officeart/2018/2/layout/IconVerticalSolidList"/>
    <dgm:cxn modelId="{69449BF4-B448-4C68-BD5F-C26F194BA3A9}" type="presOf" srcId="{2C99C386-3B81-4431-8B9B-A5E7BE42DA38}" destId="{63C41633-1AB2-4C23-A033-61228D4CC5CC}" srcOrd="0" destOrd="0" presId="urn:microsoft.com/office/officeart/2018/2/layout/IconVerticalSolidList"/>
    <dgm:cxn modelId="{0602CEFC-BFEC-425B-8114-60BC7A6B28AD}" type="presOf" srcId="{0EEC8C2B-97A3-4B08-BF9A-6732229D2EF5}" destId="{F65026E4-A34D-4EE4-911B-C78154002973}" srcOrd="0" destOrd="0" presId="urn:microsoft.com/office/officeart/2018/2/layout/IconVerticalSolidList"/>
    <dgm:cxn modelId="{64B3E715-8DF5-42E6-8219-A18F8A42B685}" type="presParOf" srcId="{04F0CDD9-2AFD-4FEF-A636-F7409ABA5F99}" destId="{955990A3-8C58-459B-B600-CE9754B0CCBC}" srcOrd="0" destOrd="0" presId="urn:microsoft.com/office/officeart/2018/2/layout/IconVerticalSolidList"/>
    <dgm:cxn modelId="{520CE190-F042-402C-85C7-A51889EF6606}" type="presParOf" srcId="{955990A3-8C58-459B-B600-CE9754B0CCBC}" destId="{CB2A3451-07A0-44C5-919B-04E0B2166E5E}" srcOrd="0" destOrd="0" presId="urn:microsoft.com/office/officeart/2018/2/layout/IconVerticalSolidList"/>
    <dgm:cxn modelId="{8400E798-F872-457D-BDE7-A2BEC004A22D}" type="presParOf" srcId="{955990A3-8C58-459B-B600-CE9754B0CCBC}" destId="{3A37C645-57B2-4857-9617-38DDC9A0C1B4}" srcOrd="1" destOrd="0" presId="urn:microsoft.com/office/officeart/2018/2/layout/IconVerticalSolidList"/>
    <dgm:cxn modelId="{A477E8C7-1807-4197-8F07-6C335ED0B1BD}" type="presParOf" srcId="{955990A3-8C58-459B-B600-CE9754B0CCBC}" destId="{96BAC62C-8940-41E1-9142-17A435D738B0}" srcOrd="2" destOrd="0" presId="urn:microsoft.com/office/officeart/2018/2/layout/IconVerticalSolidList"/>
    <dgm:cxn modelId="{0F0E5BEF-D0C1-485A-9AF4-5A1FEC428ECC}" type="presParOf" srcId="{955990A3-8C58-459B-B600-CE9754B0CCBC}" destId="{619FD5B4-7AC5-4B02-BB8A-A5FF993EEF6F}" srcOrd="3" destOrd="0" presId="urn:microsoft.com/office/officeart/2018/2/layout/IconVerticalSolidList"/>
    <dgm:cxn modelId="{5955F326-F7D4-4FF3-847B-42A18718B122}" type="presParOf" srcId="{04F0CDD9-2AFD-4FEF-A636-F7409ABA5F99}" destId="{8914DB13-077C-4214-A304-8AE684E22C84}" srcOrd="1" destOrd="0" presId="urn:microsoft.com/office/officeart/2018/2/layout/IconVerticalSolidList"/>
    <dgm:cxn modelId="{B8F39971-9515-4EED-8E27-76AF8B1B2373}" type="presParOf" srcId="{04F0CDD9-2AFD-4FEF-A636-F7409ABA5F99}" destId="{B98EF31A-5856-4488-8C2B-894414A06066}" srcOrd="2" destOrd="0" presId="urn:microsoft.com/office/officeart/2018/2/layout/IconVerticalSolidList"/>
    <dgm:cxn modelId="{921D509A-92C5-46A3-A2A7-6D9FF11F491C}" type="presParOf" srcId="{B98EF31A-5856-4488-8C2B-894414A06066}" destId="{0E309F52-9846-4609-B5A5-6D6952E541EE}" srcOrd="0" destOrd="0" presId="urn:microsoft.com/office/officeart/2018/2/layout/IconVerticalSolidList"/>
    <dgm:cxn modelId="{122FBD82-D1A2-4481-93BA-71C3DC8549D4}" type="presParOf" srcId="{B98EF31A-5856-4488-8C2B-894414A06066}" destId="{417C4BCD-3EE5-42ED-9153-F8DF54E5F451}" srcOrd="1" destOrd="0" presId="urn:microsoft.com/office/officeart/2018/2/layout/IconVerticalSolidList"/>
    <dgm:cxn modelId="{0858383E-09CB-40CB-A4A5-F2C3EF42081B}" type="presParOf" srcId="{B98EF31A-5856-4488-8C2B-894414A06066}" destId="{1B209D5C-C504-4839-A596-2A909631833F}" srcOrd="2" destOrd="0" presId="urn:microsoft.com/office/officeart/2018/2/layout/IconVerticalSolidList"/>
    <dgm:cxn modelId="{9EAD675D-731E-4E53-A09E-EF52AC407776}" type="presParOf" srcId="{B98EF31A-5856-4488-8C2B-894414A06066}" destId="{8A3B08DA-16BE-47F5-8E70-8976590FAAF8}" srcOrd="3" destOrd="0" presId="urn:microsoft.com/office/officeart/2018/2/layout/IconVerticalSolidList"/>
    <dgm:cxn modelId="{7EB2B0CA-A72E-4780-B89C-AD019D1B88DB}" type="presParOf" srcId="{04F0CDD9-2AFD-4FEF-A636-F7409ABA5F99}" destId="{CA1483A2-C23D-443B-A641-D2AC11020764}" srcOrd="3" destOrd="0" presId="urn:microsoft.com/office/officeart/2018/2/layout/IconVerticalSolidList"/>
    <dgm:cxn modelId="{8CB70F55-14AC-4F10-84F4-511B32FF1613}" type="presParOf" srcId="{04F0CDD9-2AFD-4FEF-A636-F7409ABA5F99}" destId="{138BAD60-CA7E-48D8-89BB-8993E543613C}" srcOrd="4" destOrd="0" presId="urn:microsoft.com/office/officeart/2018/2/layout/IconVerticalSolidList"/>
    <dgm:cxn modelId="{15A57D21-5107-4101-93E5-CC9962CDF77B}" type="presParOf" srcId="{138BAD60-CA7E-48D8-89BB-8993E543613C}" destId="{51DE7C03-7718-4D79-BB4D-7814426A305A}" srcOrd="0" destOrd="0" presId="urn:microsoft.com/office/officeart/2018/2/layout/IconVerticalSolidList"/>
    <dgm:cxn modelId="{D6C38C3E-46E2-404E-BD1F-1781009365CF}" type="presParOf" srcId="{138BAD60-CA7E-48D8-89BB-8993E543613C}" destId="{EAAE31AC-1AB1-4B51-8C7E-3A39F65B38D3}" srcOrd="1" destOrd="0" presId="urn:microsoft.com/office/officeart/2018/2/layout/IconVerticalSolidList"/>
    <dgm:cxn modelId="{38F0C83A-6D2B-4199-95D2-26DB87016BBF}" type="presParOf" srcId="{138BAD60-CA7E-48D8-89BB-8993E543613C}" destId="{461213C9-A9D3-43BA-A4E1-98B59DD01159}" srcOrd="2" destOrd="0" presId="urn:microsoft.com/office/officeart/2018/2/layout/IconVerticalSolidList"/>
    <dgm:cxn modelId="{BAF62424-E210-4CF2-98EB-ED1AFE4032EE}" type="presParOf" srcId="{138BAD60-CA7E-48D8-89BB-8993E543613C}" destId="{F65026E4-A34D-4EE4-911B-C78154002973}" srcOrd="3" destOrd="0" presId="urn:microsoft.com/office/officeart/2018/2/layout/IconVerticalSolidList"/>
    <dgm:cxn modelId="{B69B4EFB-D7C5-47BD-9CEF-30C7B3BDD46C}" type="presParOf" srcId="{04F0CDD9-2AFD-4FEF-A636-F7409ABA5F99}" destId="{B1E0A792-44E5-49D3-BD5E-959707A14FE3}" srcOrd="5" destOrd="0" presId="urn:microsoft.com/office/officeart/2018/2/layout/IconVerticalSolidList"/>
    <dgm:cxn modelId="{F11A5B45-B3EC-4D58-8A46-30CEAD5D8A90}" type="presParOf" srcId="{04F0CDD9-2AFD-4FEF-A636-F7409ABA5F99}" destId="{737D80CC-763F-48FF-9247-1F41BA023A99}" srcOrd="6" destOrd="0" presId="urn:microsoft.com/office/officeart/2018/2/layout/IconVerticalSolidList"/>
    <dgm:cxn modelId="{FBA39814-FF47-4F1C-9CA5-302D826C76C8}" type="presParOf" srcId="{737D80CC-763F-48FF-9247-1F41BA023A99}" destId="{9800CF81-885E-4A82-9D31-ABCC372E0395}" srcOrd="0" destOrd="0" presId="urn:microsoft.com/office/officeart/2018/2/layout/IconVerticalSolidList"/>
    <dgm:cxn modelId="{2BA5C682-D9B1-4C87-A3A6-32188B037014}" type="presParOf" srcId="{737D80CC-763F-48FF-9247-1F41BA023A99}" destId="{9E753DFD-9882-458D-942D-864BCC884BD0}" srcOrd="1" destOrd="0" presId="urn:microsoft.com/office/officeart/2018/2/layout/IconVerticalSolidList"/>
    <dgm:cxn modelId="{7183D803-88FE-422D-83BB-05FDB90E26D4}" type="presParOf" srcId="{737D80CC-763F-48FF-9247-1F41BA023A99}" destId="{B5FC2B2D-940F-462A-A39D-BCF38650F953}" srcOrd="2" destOrd="0" presId="urn:microsoft.com/office/officeart/2018/2/layout/IconVerticalSolidList"/>
    <dgm:cxn modelId="{94659378-B1E1-4A71-AFA8-34494CC7978F}" type="presParOf" srcId="{737D80CC-763F-48FF-9247-1F41BA023A99}" destId="{9DD1AB88-E44C-4FEE-885D-88293494F078}" srcOrd="3" destOrd="0" presId="urn:microsoft.com/office/officeart/2018/2/layout/IconVerticalSolidList"/>
    <dgm:cxn modelId="{13DD505F-113C-40F3-8125-5CBE321A04F0}" type="presParOf" srcId="{04F0CDD9-2AFD-4FEF-A636-F7409ABA5F99}" destId="{991AF93F-5D2F-4154-B572-65C817813C3C}" srcOrd="7" destOrd="0" presId="urn:microsoft.com/office/officeart/2018/2/layout/IconVerticalSolidList"/>
    <dgm:cxn modelId="{9F77F622-352E-4431-926D-0C34CEE125FB}" type="presParOf" srcId="{04F0CDD9-2AFD-4FEF-A636-F7409ABA5F99}" destId="{05C07B0C-7F77-4759-80DE-335577B9C585}" srcOrd="8" destOrd="0" presId="urn:microsoft.com/office/officeart/2018/2/layout/IconVerticalSolidList"/>
    <dgm:cxn modelId="{321C4F6E-58E4-4140-B318-BB5AC8D533A5}" type="presParOf" srcId="{05C07B0C-7F77-4759-80DE-335577B9C585}" destId="{DBFA3A71-D58C-4E3E-AD36-86C9611EBEF9}" srcOrd="0" destOrd="0" presId="urn:microsoft.com/office/officeart/2018/2/layout/IconVerticalSolidList"/>
    <dgm:cxn modelId="{8B9764E7-6D89-47B9-8A86-4259355C771C}" type="presParOf" srcId="{05C07B0C-7F77-4759-80DE-335577B9C585}" destId="{CA404C98-7E00-45A4-A906-188E6F4D53B0}" srcOrd="1" destOrd="0" presId="urn:microsoft.com/office/officeart/2018/2/layout/IconVerticalSolidList"/>
    <dgm:cxn modelId="{EB761D25-91EA-491E-9BB9-9F89A327BB2E}" type="presParOf" srcId="{05C07B0C-7F77-4759-80DE-335577B9C585}" destId="{67BC4CD9-9D7A-484C-9103-8C1557E3BD23}" srcOrd="2" destOrd="0" presId="urn:microsoft.com/office/officeart/2018/2/layout/IconVerticalSolidList"/>
    <dgm:cxn modelId="{DBFA8B94-2DB0-4C15-BD17-99033057D860}" type="presParOf" srcId="{05C07B0C-7F77-4759-80DE-335577B9C585}" destId="{F6958EF9-7D97-40F5-9973-BB01CBA1A1E4}" srcOrd="3" destOrd="0" presId="urn:microsoft.com/office/officeart/2018/2/layout/IconVerticalSolidList"/>
    <dgm:cxn modelId="{B2E73B1D-9C93-4FB4-A91A-19D0D15B3592}" type="presParOf" srcId="{04F0CDD9-2AFD-4FEF-A636-F7409ABA5F99}" destId="{AA1768E8-E014-4DA5-A5AC-050D9F79B174}" srcOrd="9" destOrd="0" presId="urn:microsoft.com/office/officeart/2018/2/layout/IconVerticalSolidList"/>
    <dgm:cxn modelId="{62FF4913-010E-4E2F-8F96-53B9954A2462}" type="presParOf" srcId="{04F0CDD9-2AFD-4FEF-A636-F7409ABA5F99}" destId="{16CFF08D-FABF-461A-AD48-AE1EB98FBEBA}" srcOrd="10" destOrd="0" presId="urn:microsoft.com/office/officeart/2018/2/layout/IconVerticalSolidList"/>
    <dgm:cxn modelId="{E0230FBE-1242-4B62-920C-923491E283FF}" type="presParOf" srcId="{16CFF08D-FABF-461A-AD48-AE1EB98FBEBA}" destId="{E71B19C6-6458-41DE-82D8-AB8F3A9B9884}" srcOrd="0" destOrd="0" presId="urn:microsoft.com/office/officeart/2018/2/layout/IconVerticalSolidList"/>
    <dgm:cxn modelId="{ABA2720D-7765-4787-B95F-AF2AD3BDF611}" type="presParOf" srcId="{16CFF08D-FABF-461A-AD48-AE1EB98FBEBA}" destId="{7E1CDA65-3882-4E0C-BA17-6C88E1187E5A}" srcOrd="1" destOrd="0" presId="urn:microsoft.com/office/officeart/2018/2/layout/IconVerticalSolidList"/>
    <dgm:cxn modelId="{10D26507-63F3-42AC-BFBE-FE518DFEBE34}" type="presParOf" srcId="{16CFF08D-FABF-461A-AD48-AE1EB98FBEBA}" destId="{E9B5EAF3-DD49-488F-A6B0-014ED53A2CAC}" srcOrd="2" destOrd="0" presId="urn:microsoft.com/office/officeart/2018/2/layout/IconVerticalSolidList"/>
    <dgm:cxn modelId="{505B5EDE-48F1-41A4-B19E-D6D16B776915}" type="presParOf" srcId="{16CFF08D-FABF-461A-AD48-AE1EB98FBEBA}" destId="{2D097E40-6A0C-4933-9C72-A4050D030C2E}" srcOrd="3" destOrd="0" presId="urn:microsoft.com/office/officeart/2018/2/layout/IconVerticalSolidList"/>
    <dgm:cxn modelId="{EEB1BD07-CC6B-409C-AE14-E5090448FEE9}" type="presParOf" srcId="{04F0CDD9-2AFD-4FEF-A636-F7409ABA5F99}" destId="{BF75C2D3-D2B6-4FCB-9CD5-15E263CA110B}" srcOrd="11" destOrd="0" presId="urn:microsoft.com/office/officeart/2018/2/layout/IconVerticalSolidList"/>
    <dgm:cxn modelId="{9B237328-EC80-490F-946D-2A446E14B11E}" type="presParOf" srcId="{04F0CDD9-2AFD-4FEF-A636-F7409ABA5F99}" destId="{179333EA-AF74-4D36-9FA7-223F3E6284D9}" srcOrd="12" destOrd="0" presId="urn:microsoft.com/office/officeart/2018/2/layout/IconVerticalSolidList"/>
    <dgm:cxn modelId="{D352D5BD-27C4-4E3B-A665-0B8C3E9A9A7F}" type="presParOf" srcId="{179333EA-AF74-4D36-9FA7-223F3E6284D9}" destId="{D913E825-8584-47D4-9B85-FAE691BBEEE1}" srcOrd="0" destOrd="0" presId="urn:microsoft.com/office/officeart/2018/2/layout/IconVerticalSolidList"/>
    <dgm:cxn modelId="{1FE6A52A-EFF2-4B75-B73C-6A08FE46C727}" type="presParOf" srcId="{179333EA-AF74-4D36-9FA7-223F3E6284D9}" destId="{505D1374-C15B-49F0-B66B-C4F1C5F69D01}" srcOrd="1" destOrd="0" presId="urn:microsoft.com/office/officeart/2018/2/layout/IconVerticalSolidList"/>
    <dgm:cxn modelId="{A4D63510-46FD-4DEB-9BF4-BD74320DE9AF}" type="presParOf" srcId="{179333EA-AF74-4D36-9FA7-223F3E6284D9}" destId="{CF708618-7C18-4DCB-B4D4-1A48A336C4C9}" srcOrd="2" destOrd="0" presId="urn:microsoft.com/office/officeart/2018/2/layout/IconVerticalSolidList"/>
    <dgm:cxn modelId="{DA91CA74-8048-42A8-B331-C1AC3F4E5CEA}" type="presParOf" srcId="{179333EA-AF74-4D36-9FA7-223F3E6284D9}" destId="{63C41633-1AB2-4C23-A033-61228D4CC5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A3451-07A0-44C5-919B-04E0B2166E5E}">
      <dsp:nvSpPr>
        <dsp:cNvPr id="0" name=""/>
        <dsp:cNvSpPr/>
      </dsp:nvSpPr>
      <dsp:spPr>
        <a:xfrm>
          <a:off x="0" y="443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37C645-57B2-4857-9617-38DDC9A0C1B4}">
      <dsp:nvSpPr>
        <dsp:cNvPr id="0" name=""/>
        <dsp:cNvSpPr/>
      </dsp:nvSpPr>
      <dsp:spPr>
        <a:xfrm>
          <a:off x="184626" y="137769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9FD5B4-7AC5-4B02-BB8A-A5FF993EEF6F}">
      <dsp:nvSpPr>
        <dsp:cNvPr id="0" name=""/>
        <dsp:cNvSpPr/>
      </dsp:nvSpPr>
      <dsp:spPr>
        <a:xfrm>
          <a:off x="704938" y="443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Sets up an Express server and configures EJS, sessions, flash messages, form handling, static files, and image uploads.</a:t>
          </a:r>
          <a:endParaRPr lang="en-US" sz="1400" kern="1200" dirty="0"/>
        </a:p>
      </dsp:txBody>
      <dsp:txXfrm>
        <a:off x="704938" y="443"/>
        <a:ext cx="5415306" cy="610336"/>
      </dsp:txXfrm>
    </dsp:sp>
    <dsp:sp modelId="{0E309F52-9846-4609-B5A5-6D6952E541EE}">
      <dsp:nvSpPr>
        <dsp:cNvPr id="0" name=""/>
        <dsp:cNvSpPr/>
      </dsp:nvSpPr>
      <dsp:spPr>
        <a:xfrm>
          <a:off x="0" y="763363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7C4BCD-3EE5-42ED-9153-F8DF54E5F451}">
      <dsp:nvSpPr>
        <dsp:cNvPr id="0" name=""/>
        <dsp:cNvSpPr/>
      </dsp:nvSpPr>
      <dsp:spPr>
        <a:xfrm>
          <a:off x="184626" y="900689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B08DA-16BE-47F5-8E70-8976590FAAF8}">
      <dsp:nvSpPr>
        <dsp:cNvPr id="0" name=""/>
        <dsp:cNvSpPr/>
      </dsp:nvSpPr>
      <dsp:spPr>
        <a:xfrm>
          <a:off x="704938" y="763363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Connects to the MySQL petcare database and hashes passwords with SHA-256.</a:t>
          </a:r>
          <a:endParaRPr lang="en-US" sz="1400" kern="1200"/>
        </a:p>
      </dsp:txBody>
      <dsp:txXfrm>
        <a:off x="704938" y="763363"/>
        <a:ext cx="5415306" cy="610336"/>
      </dsp:txXfrm>
    </dsp:sp>
    <dsp:sp modelId="{51DE7C03-7718-4D79-BB4D-7814426A305A}">
      <dsp:nvSpPr>
        <dsp:cNvPr id="0" name=""/>
        <dsp:cNvSpPr/>
      </dsp:nvSpPr>
      <dsp:spPr>
        <a:xfrm>
          <a:off x="0" y="1526284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E31AC-1AB1-4B51-8C7E-3A39F65B38D3}">
      <dsp:nvSpPr>
        <dsp:cNvPr id="0" name=""/>
        <dsp:cNvSpPr/>
      </dsp:nvSpPr>
      <dsp:spPr>
        <a:xfrm>
          <a:off x="184626" y="1663610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026E4-A34D-4EE4-911B-C78154002973}">
      <dsp:nvSpPr>
        <dsp:cNvPr id="0" name=""/>
        <dsp:cNvSpPr/>
      </dsp:nvSpPr>
      <dsp:spPr>
        <a:xfrm>
          <a:off x="704938" y="1526284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Handles routes for authentication, admin user management, pet management, and journal actions.</a:t>
          </a:r>
          <a:endParaRPr lang="en-US" sz="1400" kern="1200" dirty="0"/>
        </a:p>
      </dsp:txBody>
      <dsp:txXfrm>
        <a:off x="704938" y="1526284"/>
        <a:ext cx="5415306" cy="610336"/>
      </dsp:txXfrm>
    </dsp:sp>
    <dsp:sp modelId="{9800CF81-885E-4A82-9D31-ABCC372E0395}">
      <dsp:nvSpPr>
        <dsp:cNvPr id="0" name=""/>
        <dsp:cNvSpPr/>
      </dsp:nvSpPr>
      <dsp:spPr>
        <a:xfrm>
          <a:off x="0" y="2289204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53DFD-9882-458D-942D-864BCC884BD0}">
      <dsp:nvSpPr>
        <dsp:cNvPr id="0" name=""/>
        <dsp:cNvSpPr/>
      </dsp:nvSpPr>
      <dsp:spPr>
        <a:xfrm>
          <a:off x="184626" y="2426530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1AB88-E44C-4FEE-885D-88293494F078}">
      <dsp:nvSpPr>
        <dsp:cNvPr id="0" name=""/>
        <dsp:cNvSpPr/>
      </dsp:nvSpPr>
      <dsp:spPr>
        <a:xfrm>
          <a:off x="704938" y="2289204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Runs SQL queries to create, retrieve, update, and delete user, pet, and journal data.</a:t>
          </a:r>
          <a:endParaRPr lang="en-US" sz="1400" kern="1200"/>
        </a:p>
      </dsp:txBody>
      <dsp:txXfrm>
        <a:off x="704938" y="2289204"/>
        <a:ext cx="5415306" cy="610336"/>
      </dsp:txXfrm>
    </dsp:sp>
    <dsp:sp modelId="{DBFA3A71-D58C-4E3E-AD36-86C9611EBEF9}">
      <dsp:nvSpPr>
        <dsp:cNvPr id="0" name=""/>
        <dsp:cNvSpPr/>
      </dsp:nvSpPr>
      <dsp:spPr>
        <a:xfrm>
          <a:off x="0" y="3052125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04C98-7E00-45A4-A906-188E6F4D53B0}">
      <dsp:nvSpPr>
        <dsp:cNvPr id="0" name=""/>
        <dsp:cNvSpPr/>
      </dsp:nvSpPr>
      <dsp:spPr>
        <a:xfrm>
          <a:off x="184626" y="3189450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58EF9-7D97-40F5-9973-BB01CBA1A1E4}">
      <dsp:nvSpPr>
        <dsp:cNvPr id="0" name=""/>
        <dsp:cNvSpPr/>
      </dsp:nvSpPr>
      <dsp:spPr>
        <a:xfrm>
          <a:off x="704938" y="3052125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Renders EJS pages with relevant database results and session information.</a:t>
          </a:r>
          <a:endParaRPr lang="en-US" sz="1400" kern="1200"/>
        </a:p>
      </dsp:txBody>
      <dsp:txXfrm>
        <a:off x="704938" y="3052125"/>
        <a:ext cx="5415306" cy="610336"/>
      </dsp:txXfrm>
    </dsp:sp>
    <dsp:sp modelId="{E71B19C6-6458-41DE-82D8-AB8F3A9B9884}">
      <dsp:nvSpPr>
        <dsp:cNvPr id="0" name=""/>
        <dsp:cNvSpPr/>
      </dsp:nvSpPr>
      <dsp:spPr>
        <a:xfrm>
          <a:off x="0" y="3815045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CDA65-3882-4E0C-BA17-6C88E1187E5A}">
      <dsp:nvSpPr>
        <dsp:cNvPr id="0" name=""/>
        <dsp:cNvSpPr/>
      </dsp:nvSpPr>
      <dsp:spPr>
        <a:xfrm>
          <a:off x="184626" y="3952371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97E40-6A0C-4933-9C72-A4050D030C2E}">
      <dsp:nvSpPr>
        <dsp:cNvPr id="0" name=""/>
        <dsp:cNvSpPr/>
      </dsp:nvSpPr>
      <dsp:spPr>
        <a:xfrm>
          <a:off x="704938" y="3815045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/>
            <a:t>Uses middleware to restrict access to selected routes.</a:t>
          </a:r>
          <a:endParaRPr lang="en-US" sz="1400" kern="1200"/>
        </a:p>
      </dsp:txBody>
      <dsp:txXfrm>
        <a:off x="704938" y="3815045"/>
        <a:ext cx="5415306" cy="610336"/>
      </dsp:txXfrm>
    </dsp:sp>
    <dsp:sp modelId="{D913E825-8584-47D4-9B85-FAE691BBEEE1}">
      <dsp:nvSpPr>
        <dsp:cNvPr id="0" name=""/>
        <dsp:cNvSpPr/>
      </dsp:nvSpPr>
      <dsp:spPr>
        <a:xfrm>
          <a:off x="0" y="4577966"/>
          <a:ext cx="6120245" cy="61033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D1374-C15B-49F0-B66B-C4F1C5F69D01}">
      <dsp:nvSpPr>
        <dsp:cNvPr id="0" name=""/>
        <dsp:cNvSpPr/>
      </dsp:nvSpPr>
      <dsp:spPr>
        <a:xfrm>
          <a:off x="184626" y="4715291"/>
          <a:ext cx="335685" cy="3356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41633-1AB2-4C23-A033-61228D4CC5CC}">
      <dsp:nvSpPr>
        <dsp:cNvPr id="0" name=""/>
        <dsp:cNvSpPr/>
      </dsp:nvSpPr>
      <dsp:spPr>
        <a:xfrm>
          <a:off x="704938" y="4577966"/>
          <a:ext cx="5415306" cy="610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594" tIns="64594" rIns="64594" bIns="6459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Starts the server on port 3000.</a:t>
          </a:r>
          <a:endParaRPr lang="en-US" sz="1400" kern="1200" dirty="0"/>
        </a:p>
      </dsp:txBody>
      <dsp:txXfrm>
        <a:off x="704938" y="4577966"/>
        <a:ext cx="5415306" cy="6103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2971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2016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7EF41-D5E5-46BF-9206-0EDF59036608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383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7EF41-D5E5-46BF-9206-0EDF59036608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5434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186C7-30C3-4A42-A4F6-6DFA6D4E686E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8436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7EF41-D5E5-46BF-9206-0EDF59036608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0078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79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00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84886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650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6C8D1-FF55-41FC-06AD-D372AE02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696CC-4A75-1398-CA70-A6EC78EF2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5070E-D6D0-D311-9F77-7D3D64911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91BB7-FFCE-B7F7-C0B0-C92E8C1CB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624153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8BAE865C-1AFE-CA8E-5339-8140509959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2738" y="2329265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8" y="4426938"/>
            <a:ext cx="4982012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Arial Bold 20pt</a:t>
            </a:r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AA5EF-C6FE-CF6B-69F9-84D1B8328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2738" y="2876590"/>
            <a:ext cx="5528194" cy="132556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Title Slide Headline Text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0993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B9707F39-F961-3F68-12D7-0024837B5C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2498" y="885069"/>
            <a:ext cx="5196766" cy="5481467"/>
          </a:xfrm>
        </p:spPr>
        <p:txBody>
          <a:bodyPr/>
          <a:lstStyle/>
          <a:p>
            <a:endParaRPr lang="en-SG"/>
          </a:p>
        </p:txBody>
      </p:sp>
      <p:pic>
        <p:nvPicPr>
          <p:cNvPr id="17" name="Picture 1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5440700-97FF-2B8D-E8AE-296B0F9E704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F563DD8-BF93-F6C9-1513-4EA8F0ACD5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0C92E1-A8CC-136B-754E-68BB84BA2F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35"/>
            <a:ext cx="1347333" cy="676715"/>
          </a:xfrm>
          <a:prstGeom prst="rect">
            <a:avLst/>
          </a:prstGeom>
        </p:spPr>
      </p:pic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C64A83C9-62E3-9875-153B-4A2BE75F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2738" y="4426938"/>
            <a:ext cx="4982012" cy="66764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Line Arial Bold 20pt</a:t>
            </a:r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AA5EF-C6FE-CF6B-69F9-84D1B8328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2738" y="2876590"/>
            <a:ext cx="5528194" cy="1325563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Title Slide Headline Text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7882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5" name="Text Placeholder 50">
            <a:extLst>
              <a:ext uri="{FF2B5EF4-FFF2-40B4-BE49-F238E27FC236}">
                <a16:creationId xmlns:a16="http://schemas.microsoft.com/office/drawing/2014/main" id="{8445F44D-E783-EA66-2FC0-6D07A920F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3666" y="2306900"/>
            <a:ext cx="3744913" cy="30395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Date in Arial Regular 18pt</a:t>
            </a:r>
            <a:endParaRPr lang="en-SG"/>
          </a:p>
        </p:txBody>
      </p:sp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5" y="5205000"/>
            <a:ext cx="10032433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76232F-B7AD-1E77-B4EE-EC4A617C1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666" y="3300664"/>
            <a:ext cx="10032434" cy="163328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Slide without image Arial Black 50pt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01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B01C842-DD94-8C1B-1FFA-01AF281EE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393" y="211869"/>
            <a:ext cx="2492539" cy="673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6243834-3EA2-D1DA-BAB7-5B669D505D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9C2E7-4C7A-CC55-D18D-37CC4CCE56D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347333" cy="676715"/>
          </a:xfrm>
          <a:prstGeom prst="rect">
            <a:avLst/>
          </a:prstGeom>
        </p:spPr>
      </p:pic>
      <p:sp>
        <p:nvSpPr>
          <p:cNvPr id="17" name="Text Placeholder 50">
            <a:extLst>
              <a:ext uri="{FF2B5EF4-FFF2-40B4-BE49-F238E27FC236}">
                <a16:creationId xmlns:a16="http://schemas.microsoft.com/office/drawing/2014/main" id="{0654E638-44C0-DC85-43CF-A8F4671CF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65" y="5205000"/>
            <a:ext cx="10032433" cy="67320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Line Goes Here Arial Bold 20pt</a:t>
            </a:r>
            <a:endParaRPr lang="en-SG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76232F-B7AD-1E77-B4EE-EC4A617C1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666" y="3300664"/>
            <a:ext cx="10032434" cy="1633286"/>
          </a:xfrm>
        </p:spPr>
        <p:txBody>
          <a:bodyPr anchor="b">
            <a:noAutofit/>
          </a:bodyPr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Slide without image Arial Black 50pt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9494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 userDrawn="1"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F3F66-DB5D-2399-9D19-29ED3370B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1155" y="2619879"/>
            <a:ext cx="7419095" cy="3123696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Divider Title (Arial Black 54)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4588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Tag">
    <p:bg>
      <p:bgPr>
        <a:solidFill>
          <a:srgbClr val="6FB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F6C9AFF5-CCCE-B744-D3F6-46766D4A96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8800" y="4834800"/>
            <a:ext cx="2023200" cy="2023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7F5E7-014D-FBD4-A876-DF46DFDC25DC}"/>
              </a:ext>
            </a:extLst>
          </p:cNvPr>
          <p:cNvGrpSpPr>
            <a:grpSpLocks/>
          </p:cNvGrpSpPr>
          <p:nvPr userDrawn="1"/>
        </p:nvGrpSpPr>
        <p:grpSpPr>
          <a:xfrm>
            <a:off x="2201155" y="1487655"/>
            <a:ext cx="1348588" cy="674294"/>
            <a:chOff x="2150941" y="1359318"/>
            <a:chExt cx="1348588" cy="67429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17BA1B-D1C6-7B02-724C-AB0553644084}"/>
                </a:ext>
              </a:extLst>
            </p:cNvPr>
            <p:cNvSpPr>
              <a:spLocks/>
            </p:cNvSpPr>
            <p:nvPr/>
          </p:nvSpPr>
          <p:spPr>
            <a:xfrm>
              <a:off x="2150941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chemeClr val="bg1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0300CD-509A-FD79-CA55-5EB920A35306}"/>
                </a:ext>
              </a:extLst>
            </p:cNvPr>
            <p:cNvSpPr>
              <a:spLocks/>
            </p:cNvSpPr>
            <p:nvPr/>
          </p:nvSpPr>
          <p:spPr>
            <a:xfrm>
              <a:off x="2825235" y="1359318"/>
              <a:ext cx="674294" cy="674294"/>
            </a:xfrm>
            <a:custGeom>
              <a:avLst/>
              <a:gdLst>
                <a:gd name="connsiteX0" fmla="*/ 0 w 674294"/>
                <a:gd name="connsiteY0" fmla="*/ 674294 h 674294"/>
                <a:gd name="connsiteX1" fmla="*/ 674294 w 674294"/>
                <a:gd name="connsiteY1" fmla="*/ 0 h 674294"/>
                <a:gd name="connsiteX2" fmla="*/ 0 w 674294"/>
                <a:gd name="connsiteY2" fmla="*/ 0 h 674294"/>
                <a:gd name="connsiteX3" fmla="*/ 0 w 674294"/>
                <a:gd name="connsiteY3" fmla="*/ 674294 h 6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294" h="674294">
                  <a:moveTo>
                    <a:pt x="0" y="674294"/>
                  </a:moveTo>
                  <a:cubicBezTo>
                    <a:pt x="372401" y="674294"/>
                    <a:pt x="674294" y="372401"/>
                    <a:pt x="674294" y="0"/>
                  </a:cubicBezTo>
                  <a:lnTo>
                    <a:pt x="0" y="0"/>
                  </a:lnTo>
                  <a:lnTo>
                    <a:pt x="0" y="674294"/>
                  </a:lnTo>
                  <a:close/>
                </a:path>
              </a:pathLst>
            </a:custGeom>
            <a:solidFill>
              <a:srgbClr val="231F20"/>
            </a:solidFill>
            <a:ln w="23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F3F66-DB5D-2399-9D19-29ED3370B5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1155" y="2256679"/>
            <a:ext cx="8600195" cy="2124822"/>
          </a:xfrm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Divider Title (Arial Black 54)</a:t>
            </a:r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67598-08DB-AD63-286E-6143E7F4EA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01863" y="4438131"/>
            <a:ext cx="8609012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Tag line here</a:t>
            </a:r>
          </a:p>
        </p:txBody>
      </p:sp>
    </p:spTree>
    <p:extLst>
      <p:ext uri="{BB962C8B-B14F-4D97-AF65-F5344CB8AC3E}">
        <p14:creationId xmlns:p14="http://schemas.microsoft.com/office/powerpoint/2010/main" val="392038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1" name="Text Placeholder 50">
            <a:extLst>
              <a:ext uri="{FF2B5EF4-FFF2-40B4-BE49-F238E27FC236}">
                <a16:creationId xmlns:a16="http://schemas.microsoft.com/office/drawing/2014/main" id="{C9EDE493-3022-83F2-C631-A5B57EB94A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0033" y="1593023"/>
            <a:ext cx="10899991" cy="4741102"/>
          </a:xfrm>
        </p:spPr>
        <p:txBody>
          <a:bodyPr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Include bullet content here (Arial regular 20)</a:t>
            </a:r>
          </a:p>
          <a:p>
            <a:pPr lvl="1"/>
            <a:r>
              <a:rPr lang="en-US" dirty="0"/>
              <a:t>Second Level</a:t>
            </a:r>
            <a:endParaRPr lang="en-SG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195C67-87E9-0E13-7387-CA211EF5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30736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1339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7D2C55-815E-9B4F-C350-98157CF8B8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951"/>
            <a:ext cx="4886325" cy="3798888"/>
          </a:xfrm>
        </p:spPr>
        <p:txBody>
          <a:bodyPr/>
          <a:lstStyle/>
          <a:p>
            <a:endParaRPr lang="en-SG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BF720A-26F6-8E36-6B81-4A4A7E5DB60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B0E5FD-D6F5-C20D-27BA-CAB42634B79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23" name="Text Placeholder 50">
            <a:extLst>
              <a:ext uri="{FF2B5EF4-FFF2-40B4-BE49-F238E27FC236}">
                <a16:creationId xmlns:a16="http://schemas.microsoft.com/office/drawing/2014/main" id="{9B715452-E53F-B5B6-859C-312AD8BD67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9157" y="1758951"/>
            <a:ext cx="4561305" cy="3798888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00B3FF-B498-68D3-6FCA-BCAEAC55B31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3767C9-5451-2BDE-520A-EB57A6D55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53754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0BC46A-7012-40EB-2F7B-3D5141B76B8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961DFF-2383-8027-7F67-4DA32322800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7A1356C5-4D12-9F92-9C49-F66588AFCF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6346" y="1868655"/>
            <a:ext cx="6221105" cy="4586145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paragraph here (Arial Regular 30)</a:t>
            </a:r>
            <a:endParaRPr lang="en-SG" dirty="0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56DF607B-D9F4-1154-0EB1-1F853BB64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8758" y="1868654"/>
            <a:ext cx="3506896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body text here (Arial Regular 18)</a:t>
            </a:r>
            <a:endParaRPr lang="en-SG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D4C76E-5EA7-E7B3-1001-642C0680EAB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1E6C82-76CA-B913-1096-A75AF4921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0581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C5A3A1-50CE-5942-F47A-2B2384F3E82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7C0CB-EA13-9E14-290E-996A679769E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2" name="Text Placeholder 50">
            <a:extLst>
              <a:ext uri="{FF2B5EF4-FFF2-40B4-BE49-F238E27FC236}">
                <a16:creationId xmlns:a16="http://schemas.microsoft.com/office/drawing/2014/main" id="{E7ECDA8E-9819-1094-88BC-C24F570CE5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5855" y="1868654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body text here (Arial Regular 18)</a:t>
            </a:r>
            <a:endParaRPr lang="en-SG"/>
          </a:p>
        </p:txBody>
      </p:sp>
      <p:sp>
        <p:nvSpPr>
          <p:cNvPr id="13" name="Text Placeholder 50">
            <a:extLst>
              <a:ext uri="{FF2B5EF4-FFF2-40B4-BE49-F238E27FC236}">
                <a16:creationId xmlns:a16="http://schemas.microsoft.com/office/drawing/2014/main" id="{3DE16804-2BF1-6D35-32C1-EB67C6642E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3877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FB0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Include header paragraph here (Arial Bold 20)</a:t>
            </a:r>
            <a:endParaRPr lang="en-SG"/>
          </a:p>
        </p:txBody>
      </p:sp>
      <p:sp>
        <p:nvSpPr>
          <p:cNvPr id="14" name="Text Placeholder 50">
            <a:extLst>
              <a:ext uri="{FF2B5EF4-FFF2-40B4-BE49-F238E27FC236}">
                <a16:creationId xmlns:a16="http://schemas.microsoft.com/office/drawing/2014/main" id="{036EC7F8-4081-9C7E-0EF8-AA007EF752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49866" y="1868653"/>
            <a:ext cx="3092270" cy="4586145"/>
          </a:xfrm>
        </p:spPr>
        <p:txBody>
          <a:bodyPr>
            <a:noAutofit/>
          </a:bodyPr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Include body text here (Arial Regular 18)</a:t>
            </a:r>
            <a:endParaRPr lang="en-SG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25EC81-2655-02F1-38C9-02A0001E18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C4B17D-08C6-E815-412C-936D9BD54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15077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87D4D4E-A120-0899-9647-77A34C5BB6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1538" y="1758167"/>
            <a:ext cx="4886325" cy="3798888"/>
          </a:xfrm>
        </p:spPr>
        <p:txBody>
          <a:bodyPr/>
          <a:lstStyle/>
          <a:p>
            <a:endParaRPr lang="en-S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AAA8302-379E-8A58-FEE2-5127A504B8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2338" y="1758167"/>
            <a:ext cx="5359400" cy="3798888"/>
          </a:xfrm>
        </p:spPr>
        <p:txBody>
          <a:bodyPr/>
          <a:lstStyle/>
          <a:p>
            <a:endParaRPr lang="en-SG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85A6E41-D69C-7AC0-C5B5-35DD164F2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627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19F52D-133D-44D7-17A1-A13DAFCA88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7C486F-4111-D8FC-6490-2A98BE38D17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0" y="382613"/>
            <a:ext cx="1475540" cy="40320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05EC29-A247-1526-790D-1CE1302EFC1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6E470DD7-07D5-B794-1797-AD7EAB7410C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988307" y="1758950"/>
            <a:ext cx="5089268" cy="4489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C9196EC4-A7D7-8920-9041-E9BAD0ACDE4C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46100" y="1758950"/>
            <a:ext cx="5089268" cy="44894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10C38FC-A1CD-861C-73B2-89912DB93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4"/>
            <a:ext cx="10531410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22172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ork_l03/old/ppt/media/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64592"/>
            <a:ext cx="11155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457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(Closed) | Sensitive Normal</a:t>
            </a:r>
            <a:endParaRPr lang="en-US" sz="551"/>
          </a:p>
        </p:txBody>
      </p:sp>
      <p:sp>
        <p:nvSpPr>
          <p:cNvPr id="4" name="Text 1"/>
          <p:cNvSpPr/>
          <p:nvPr/>
        </p:nvSpPr>
        <p:spPr>
          <a:xfrm>
            <a:off x="411480" y="6574536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C372 Payment Technologies | AY2026 Semester 2</a:t>
            </a:r>
            <a:endParaRPr lang="en-US" sz="551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49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71720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231693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243269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23823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523663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972846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439663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360238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57842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25311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681603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282326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152174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734705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93704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706261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887827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975222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480258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7001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297626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632230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514299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41231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642350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883901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492893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A444EB-22CC-5683-D628-07C117591D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788800" y="6454800"/>
            <a:ext cx="403200" cy="40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5B020-C0F9-1062-4599-469CF2939C0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3261" y="382613"/>
            <a:ext cx="1475540" cy="403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0153BF-37E7-BB4A-6CD7-8A6DE0A636D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5" y="6518754"/>
            <a:ext cx="40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EED80B-937D-10B4-F03F-AF4BE7EFA3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65" y="785815"/>
            <a:ext cx="10531411" cy="6236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Slide Title in Arial Black 32pt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57086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4F90C-6A25-7B45-4D40-4AF6365F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91A6-E80A-E271-1A2A-66F1BFA64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94A59-448E-11D4-4086-32DAF3655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5392C-91E6-369E-D0BC-1388ADF10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75CD6-1D19-30A9-A10A-87EC3E467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15600C-AC52-4A7A-B61A-C2D281744F97}" type="slidenum">
              <a:rPr lang="en-SG" smtClean="0"/>
              <a:pPr/>
              <a:t>‹#›</a:t>
            </a:fld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A56C8-5334-C4ED-C577-FCA7D7C68E1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222050" y="63500"/>
            <a:ext cx="17732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(Closed) \ Non-Sensitive</a:t>
            </a:r>
          </a:p>
        </p:txBody>
      </p:sp>
    </p:spTree>
    <p:extLst>
      <p:ext uri="{BB962C8B-B14F-4D97-AF65-F5344CB8AC3E}">
        <p14:creationId xmlns:p14="http://schemas.microsoft.com/office/powerpoint/2010/main" val="876220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2" r:id="rId4"/>
    <p:sldLayoutId id="2147483651" r:id="rId5"/>
    <p:sldLayoutId id="2147483661" r:id="rId6"/>
    <p:sldLayoutId id="2147483652" r:id="rId7"/>
    <p:sldLayoutId id="2147483658" r:id="rId8"/>
    <p:sldLayoutId id="2147483653" r:id="rId9"/>
    <p:sldLayoutId id="2147483654" r:id="rId10"/>
    <p:sldLayoutId id="2147483655" r:id="rId11"/>
    <p:sldLayoutId id="2147483656" r:id="rId12"/>
    <p:sldLayoutId id="2147483659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vc-framework-introduction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vc-framework-introduction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education/about-github-education/github-education-for-students/apply-to-github-education-as-a-studen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hyperlink" Target="https://education.github.com/pack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EA029-0E4F-B3DE-0D21-1B91AFB005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212529"/>
                </a:solidFill>
                <a:latin typeface="Arial"/>
              </a:rPr>
              <a:t>Week 02 </a:t>
            </a:r>
          </a:p>
          <a:p>
            <a:r>
              <a:rPr sz="2000" b="1" dirty="0">
                <a:solidFill>
                  <a:srgbClr val="212529"/>
                </a:solidFill>
                <a:latin typeface="Arial"/>
              </a:rPr>
              <a:t>Lesson 03</a:t>
            </a:r>
            <a:r>
              <a:rPr lang="en-US" sz="2000" b="1" dirty="0">
                <a:solidFill>
                  <a:srgbClr val="212529"/>
                </a:solidFill>
                <a:latin typeface="Arial"/>
              </a:rPr>
              <a:t> Separation of Concerns and MVC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BDE336-4C24-D6BD-28DE-C3CE453A2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C372 Payment Technologies</a:t>
            </a:r>
            <a:endParaRPr sz="3800" b="1" dirty="0">
              <a:solidFill>
                <a:srgbClr val="212529"/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5597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1C2D7F-3675-170B-DBB7-EDA9D9C47F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 you go through the day with your lecturer, there will be activities for you to work on. </a:t>
            </a:r>
          </a:p>
          <a:p>
            <a:r>
              <a:rPr lang="en-US" dirty="0"/>
              <a:t>Some activities are meant to help you take notes, while others are for you to delve deeper into the topics. </a:t>
            </a:r>
          </a:p>
          <a:p>
            <a:r>
              <a:rPr lang="en-US" dirty="0"/>
              <a:t>These activities will be mapped in both the slides and worksheet. You should put your answers in the worksheet. </a:t>
            </a:r>
          </a:p>
          <a:p>
            <a:r>
              <a:rPr lang="en-US" dirty="0"/>
              <a:t>Below are some icons to guide you on what an activity will require you to do. </a:t>
            </a:r>
            <a:endParaRPr lang="en-SG" dirty="0"/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E30E96-3A4D-EC3B-4721-0C8CC0CA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matters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1193DD-27D5-C389-C226-D592BDA13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482" y="3998202"/>
            <a:ext cx="477441" cy="508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33C4B5-7BA9-68DA-4DD6-C7F81D592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325" y="4660966"/>
            <a:ext cx="1239752" cy="6198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5E1C6-A137-B18C-853B-ED28E1854ED0}"/>
              </a:ext>
            </a:extLst>
          </p:cNvPr>
          <p:cNvSpPr txBox="1"/>
          <p:nvPr/>
        </p:nvSpPr>
        <p:spPr>
          <a:xfrm>
            <a:off x="2897885" y="4014637"/>
            <a:ext cx="3198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Answer some questions on your own as you watch a video or listen to your lecturer.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A4DA63-136A-0ED6-7FAD-2E070D13FFD0}"/>
              </a:ext>
            </a:extLst>
          </p:cNvPr>
          <p:cNvSpPr txBox="1"/>
          <p:nvPr/>
        </p:nvSpPr>
        <p:spPr>
          <a:xfrm>
            <a:off x="2941267" y="4728529"/>
            <a:ext cx="3111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Team discussions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7CC6E6-862A-C77D-0ECF-D48C1673246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822482" y="5393173"/>
            <a:ext cx="544839" cy="4990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F1C35C-D9CD-FAF0-94C0-22D902E8E08D}"/>
              </a:ext>
            </a:extLst>
          </p:cNvPr>
          <p:cNvSpPr txBox="1"/>
          <p:nvPr/>
        </p:nvSpPr>
        <p:spPr>
          <a:xfrm>
            <a:off x="2897884" y="5331089"/>
            <a:ext cx="3154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a lecturer-led activity. Your lecturer will guide you through an activity step-by-step. Pay close attention!</a:t>
            </a:r>
            <a:endParaRPr lang="en-SG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98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252675-CCE8-D924-851F-E5DDD8BFE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SG" b="1" dirty="0"/>
              <a:t>By the end of this lesson, you will </a:t>
            </a:r>
            <a:r>
              <a:rPr lang="en-US" b="1" dirty="0"/>
              <a:t>be able to:</a:t>
            </a:r>
            <a:endParaRPr lang="en-US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b="0" dirty="0"/>
              <a:t>Explain Separation of Concerns and the roles of Model, View, Controller and routes.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b="0" dirty="0"/>
              <a:t>Trace a request through an Express MVC application, from browser to database and view.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b="0" dirty="0"/>
              <a:t>Write context-rich Copilot prompts and check its explanations against the existing code.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b="0" dirty="0"/>
              <a:t>Evaluate an AI-generated refactoring plan against the specification before approving edits.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/>
              <a:buChar char="•"/>
            </a:pPr>
            <a:r>
              <a:rPr lang="en-US" b="0" dirty="0"/>
              <a:t>Refactor </a:t>
            </a:r>
            <a:r>
              <a:rPr lang="en-US" b="0" dirty="0" err="1"/>
              <a:t>PetCareApp</a:t>
            </a:r>
            <a:r>
              <a:rPr lang="en-US" b="0" dirty="0"/>
              <a:t> into MVC and verify that its </a:t>
            </a:r>
            <a:r>
              <a:rPr lang="en-US" b="0" dirty="0" err="1"/>
              <a:t>behaviour</a:t>
            </a:r>
            <a:r>
              <a:rPr lang="en-US" b="0" dirty="0"/>
              <a:t> stays unchanged.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80F052-FA85-249F-6C36-9D2481B18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93B84-6BBA-35B0-559D-AD64117BF3EE}"/>
              </a:ext>
            </a:extLst>
          </p:cNvPr>
          <p:cNvSpPr txBox="1"/>
          <p:nvPr/>
        </p:nvSpPr>
        <p:spPr>
          <a:xfrm>
            <a:off x="584728" y="4739734"/>
            <a:ext cx="79745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Record your responses to all activity questions in your worksheet.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82994EB-61D2-2B03-8BD1-BE78F516C973}"/>
              </a:ext>
            </a:extLst>
          </p:cNvPr>
          <p:cNvGrpSpPr/>
          <p:nvPr/>
        </p:nvGrpSpPr>
        <p:grpSpPr>
          <a:xfrm>
            <a:off x="584728" y="5420295"/>
            <a:ext cx="5456424" cy="488397"/>
            <a:chOff x="996966" y="4289055"/>
            <a:chExt cx="5456424" cy="4883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C3220CB-EFA8-6160-CB00-49640D3AF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966" y="4289055"/>
              <a:ext cx="488397" cy="48839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551D6D-D883-5876-91F0-7DE595482910}"/>
                </a:ext>
              </a:extLst>
            </p:cNvPr>
            <p:cNvSpPr txBox="1"/>
            <p:nvPr/>
          </p:nvSpPr>
          <p:spPr>
            <a:xfrm>
              <a:off x="1485363" y="4348587"/>
              <a:ext cx="4968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Slides with this icon is for your self-reading</a:t>
              </a:r>
              <a:endParaRPr lang="en-SG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168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798D-98C1-4B26-6A97-516878BFD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6209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544354"/>
            <a:ext cx="9783854" cy="88639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dirty="0">
                <a:solidFill>
                  <a:srgbClr val="17283D"/>
                </a:solidFill>
                <a:latin typeface="Arial Black" panose="020B0A04020102020204" pitchFamily="34" charset="0"/>
              </a:rPr>
              <a:t>A single Express app</a:t>
            </a:r>
            <a:r>
              <a:rPr lang="en-US" sz="2700" b="1" dirty="0">
                <a:solidFill>
                  <a:srgbClr val="17283D"/>
                </a:solidFill>
                <a:latin typeface="Arial Black" panose="020B0A04020102020204" pitchFamily="34" charset="0"/>
              </a:rPr>
              <a:t>.js</a:t>
            </a:r>
            <a:r>
              <a:rPr sz="2700" b="1" dirty="0">
                <a:solidFill>
                  <a:srgbClr val="17283D"/>
                </a:solidFill>
                <a:latin typeface="Arial Black" panose="020B0A04020102020204" pitchFamily="34" charset="0"/>
              </a:rPr>
              <a:t> renders pages and coordinates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5753" y="1412463"/>
            <a:ext cx="106070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68788D"/>
                </a:solidFill>
                <a:latin typeface="Aptos"/>
              </a:rPr>
              <a:t>The Week 01 app is intentionally compact: routes call MySQL, then render EJS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713232" y="1956816"/>
            <a:ext cx="2048256" cy="73152"/>
          </a:xfrm>
          <a:prstGeom prst="rect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60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Forms + links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63824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ectangle 9"/>
          <p:cNvSpPr/>
          <p:nvPr/>
        </p:nvSpPr>
        <p:spPr>
          <a:xfrm>
            <a:off x="3163824" y="1956816"/>
            <a:ext cx="2048256" cy="73152"/>
          </a:xfrm>
          <a:prstGeom prst="rect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273552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Routes + middleware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14416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ectangle 13"/>
          <p:cNvSpPr/>
          <p:nvPr/>
        </p:nvSpPr>
        <p:spPr>
          <a:xfrm>
            <a:off x="5614416" y="1956816"/>
            <a:ext cx="2048256" cy="73152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5724144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MySQL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4144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users / pets / journal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956816"/>
            <a:ext cx="2048256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>
            <a:off x="8065008" y="1956816"/>
            <a:ext cx="2048256" cy="73152"/>
          </a:xfrm>
          <a:prstGeom prst="rect">
            <a:avLst/>
          </a:prstGeom>
          <a:solidFill>
            <a:srgbClr val="1C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8174736" y="2119800"/>
            <a:ext cx="1828800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EJS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548566"/>
            <a:ext cx="182880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788D"/>
                </a:solidFill>
                <a:latin typeface="Aptos"/>
              </a:rPr>
              <a:t>Server-rendered pages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88920" y="2514600"/>
            <a:ext cx="301752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39512" y="2514600"/>
            <a:ext cx="301752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90104" y="2514600"/>
            <a:ext cx="301752" cy="0"/>
          </a:xfrm>
          <a:prstGeom prst="line">
            <a:avLst/>
          </a:prstGeom>
          <a:ln w="25400">
            <a:solidFill>
              <a:srgbClr val="16A9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" y="3566160"/>
            <a:ext cx="3438144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ounded Rectangle 24"/>
          <p:cNvSpPr/>
          <p:nvPr/>
        </p:nvSpPr>
        <p:spPr>
          <a:xfrm>
            <a:off x="868680" y="3749039"/>
            <a:ext cx="64008" cy="987552"/>
          </a:xfrm>
          <a:prstGeom prst="roundRect">
            <a:avLst/>
          </a:prstGeom>
          <a:solidFill>
            <a:srgbClr val="3D7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1060704" y="3738288"/>
            <a:ext cx="2926079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Session + flash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142232"/>
            <a:ext cx="292607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Session stores login state; flash displays login/signup feedback.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566160"/>
            <a:ext cx="3438144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Rounded Rectangle 28"/>
          <p:cNvSpPr/>
          <p:nvPr/>
        </p:nvSpPr>
        <p:spPr>
          <a:xfrm>
            <a:off x="4544568" y="3749039"/>
            <a:ext cx="64008" cy="987552"/>
          </a:xfrm>
          <a:prstGeom prst="roundRect">
            <a:avLst/>
          </a:prstGeom>
          <a:solidFill>
            <a:srgbClr val="16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4736592" y="3738288"/>
            <a:ext cx="2926079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Multer uploads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142232"/>
            <a:ext cx="292607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Pet images are saved under public/images; DB keeps the filename.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3566160"/>
            <a:ext cx="3438144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Rounded Rectangle 32"/>
          <p:cNvSpPr/>
          <p:nvPr/>
        </p:nvSpPr>
        <p:spPr>
          <a:xfrm>
            <a:off x="8220456" y="3749039"/>
            <a:ext cx="64008" cy="987552"/>
          </a:xfrm>
          <a:prstGeom prst="roundRect">
            <a:avLst/>
          </a:prstGeom>
          <a:solidFill>
            <a:srgbClr val="F2A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8412480" y="3738288"/>
            <a:ext cx="2926079" cy="3323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17283D"/>
                </a:solidFill>
                <a:latin typeface="Aptos"/>
              </a:rPr>
              <a:t>Admin routes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142232"/>
            <a:ext cx="2926079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88D"/>
                </a:solidFill>
                <a:latin typeface="Aptos"/>
              </a:rPr>
              <a:t>Role-check dashboard and users; inspect user pets and journals.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330952"/>
            <a:ext cx="10753344" cy="585216"/>
          </a:xfrm>
          <a:prstGeom prst="roundRect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932688" y="5392907"/>
            <a:ext cx="10332720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dirty="0">
                <a:solidFill>
                  <a:srgbClr val="865B14"/>
                </a:solidFill>
                <a:latin typeface="Aptos"/>
              </a:rPr>
              <a:t>Good next steps: move secrets to environment config, strengthen password hashing, add CSRF protection, and use transactions for multi-step signup.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62686A-C255-5695-6030-7C60FD799C4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894946" y="1758950"/>
            <a:ext cx="4750889" cy="4489450"/>
          </a:xfrm>
        </p:spPr>
        <p:txBody>
          <a:bodyPr/>
          <a:lstStyle/>
          <a:p>
            <a:r>
              <a:rPr lang="en-SG" b="1" dirty="0"/>
              <a:t>app.js </a:t>
            </a:r>
            <a:r>
              <a:rPr lang="en-SG" dirty="0"/>
              <a:t>is a single-file Express server for the Pet Care Journal System. 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CC51B7-8B7F-809F-04E4-6072B1810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785814"/>
            <a:ext cx="10531410" cy="623667"/>
          </a:xfrm>
        </p:spPr>
        <p:txBody>
          <a:bodyPr anchor="ctr">
            <a:normAutofit/>
          </a:bodyPr>
          <a:lstStyle/>
          <a:p>
            <a:r>
              <a:rPr lang="en-SG" dirty="0"/>
              <a:t>app.js </a:t>
            </a:r>
          </a:p>
        </p:txBody>
      </p: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8A19DB91-B3E1-4817-D4C5-C56C73A8FF18}"/>
              </a:ext>
            </a:extLst>
          </p:cNvPr>
          <p:cNvGraphicFramePr/>
          <p:nvPr/>
        </p:nvGraphicFramePr>
        <p:xfrm>
          <a:off x="546165" y="1457753"/>
          <a:ext cx="6120245" cy="5188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Cat Loading GIFs | Tenor">
            <a:extLst>
              <a:ext uri="{FF2B5EF4-FFF2-40B4-BE49-F238E27FC236}">
                <a16:creationId xmlns:a16="http://schemas.microsoft.com/office/drawing/2014/main" id="{68E9D141-3901-6B96-5866-4E3098E014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2640" y="3437331"/>
            <a:ext cx="2095500" cy="209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196BDD-1459-ECA9-56DB-1DD5D9EC1F52}"/>
              </a:ext>
            </a:extLst>
          </p:cNvPr>
          <p:cNvSpPr txBox="1"/>
          <p:nvPr/>
        </p:nvSpPr>
        <p:spPr>
          <a:xfrm>
            <a:off x="8222640" y="5532831"/>
            <a:ext cx="2095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>
                <a:solidFill>
                  <a:schemeClr val="bg2">
                    <a:lumMod val="75000"/>
                  </a:schemeClr>
                </a:solidFill>
              </a:rPr>
              <a:t>https://tenor.com/view/cat-cat-meme-cat-memes-meme-loading-gif-11112458141014207448</a:t>
            </a:r>
          </a:p>
        </p:txBody>
      </p:sp>
    </p:spTree>
    <p:extLst>
      <p:ext uri="{BB962C8B-B14F-4D97-AF65-F5344CB8AC3E}">
        <p14:creationId xmlns:p14="http://schemas.microsoft.com/office/powerpoint/2010/main" val="2309216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E62E69A-3AFE-6EFC-8763-659FA3468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35" y="1442588"/>
            <a:ext cx="1865521" cy="5225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EF79A0-8D8B-1CCC-FF86-FD1F7554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err="1"/>
              <a:t>PetCareApp</a:t>
            </a:r>
            <a:r>
              <a:rPr lang="en-SG" dirty="0"/>
              <a:t> Project Folder Structure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3C3A2-D0E8-3975-DEEE-E6954D591E2E}"/>
              </a:ext>
            </a:extLst>
          </p:cNvPr>
          <p:cNvSpPr/>
          <p:nvPr/>
        </p:nvSpPr>
        <p:spPr>
          <a:xfrm>
            <a:off x="5296130" y="1419281"/>
            <a:ext cx="941385" cy="251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12B41-D79C-0F5A-6F64-4F11EB3EC285}"/>
              </a:ext>
            </a:extLst>
          </p:cNvPr>
          <p:cNvSpPr txBox="1"/>
          <p:nvPr/>
        </p:nvSpPr>
        <p:spPr>
          <a:xfrm>
            <a:off x="2586913" y="1573630"/>
            <a:ext cx="1075230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SG" sz="1200" dirty="0"/>
              <a:t>Project folder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17BDC4-52C5-E02F-EB31-195618ADBAEF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3662143" y="1545225"/>
            <a:ext cx="1633986" cy="166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D17F49F-2629-19A5-989A-36A3FB0E6BAC}"/>
              </a:ext>
            </a:extLst>
          </p:cNvPr>
          <p:cNvSpPr/>
          <p:nvPr/>
        </p:nvSpPr>
        <p:spPr>
          <a:xfrm>
            <a:off x="5296130" y="1694030"/>
            <a:ext cx="1142429" cy="224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FF27EB-9730-1A76-E559-286332D792EB}"/>
              </a:ext>
            </a:extLst>
          </p:cNvPr>
          <p:cNvSpPr txBox="1"/>
          <p:nvPr/>
        </p:nvSpPr>
        <p:spPr>
          <a:xfrm>
            <a:off x="2102264" y="2172830"/>
            <a:ext cx="204452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Dependencies(external libraries or packages) will be installed here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070BFB-652F-DCFE-385E-51867A406819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4146793" y="1806183"/>
            <a:ext cx="1149337" cy="689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7585787-5CAD-80FE-F209-CBABC20E6D83}"/>
              </a:ext>
            </a:extLst>
          </p:cNvPr>
          <p:cNvSpPr/>
          <p:nvPr/>
        </p:nvSpPr>
        <p:spPr>
          <a:xfrm>
            <a:off x="5296129" y="1944455"/>
            <a:ext cx="601752" cy="2457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869358-82C6-9523-D3E3-460B8EF2D27D}"/>
              </a:ext>
            </a:extLst>
          </p:cNvPr>
          <p:cNvSpPr txBox="1"/>
          <p:nvPr/>
        </p:nvSpPr>
        <p:spPr>
          <a:xfrm>
            <a:off x="7563917" y="1575351"/>
            <a:ext cx="260438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Assets such as images, </a:t>
            </a:r>
            <a:r>
              <a:rPr lang="en-SG" sz="1200" dirty="0" err="1"/>
              <a:t>javascript</a:t>
            </a:r>
            <a:r>
              <a:rPr lang="en-SG" sz="1200" dirty="0"/>
              <a:t>, </a:t>
            </a:r>
            <a:r>
              <a:rPr lang="en-SG" sz="1200" dirty="0" err="1"/>
              <a:t>css</a:t>
            </a:r>
            <a:r>
              <a:rPr lang="en-SG" sz="1200" dirty="0"/>
              <a:t> should be stored here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C6868D-14A6-8020-CCB1-8340486BDD59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5897882" y="1806184"/>
            <a:ext cx="1666035" cy="261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795F946-85AE-F51B-0062-5F301162746C}"/>
              </a:ext>
            </a:extLst>
          </p:cNvPr>
          <p:cNvSpPr/>
          <p:nvPr/>
        </p:nvSpPr>
        <p:spPr>
          <a:xfrm>
            <a:off x="5296130" y="2231218"/>
            <a:ext cx="1445966" cy="3163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8E1D44-D7F6-970D-DD09-C5757DC15A77}"/>
              </a:ext>
            </a:extLst>
          </p:cNvPr>
          <p:cNvSpPr txBox="1"/>
          <p:nvPr/>
        </p:nvSpPr>
        <p:spPr>
          <a:xfrm>
            <a:off x="7735763" y="3004050"/>
            <a:ext cx="260438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EJS files that contain HTML and embedded JavaScript in this folder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BAB007-3155-2FC9-47A4-E9D042560BE4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6742096" y="3234883"/>
            <a:ext cx="993666" cy="5782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728A58E-C396-8D83-4E09-EB9CF55DBB6B}"/>
              </a:ext>
            </a:extLst>
          </p:cNvPr>
          <p:cNvSpPr/>
          <p:nvPr/>
        </p:nvSpPr>
        <p:spPr>
          <a:xfrm>
            <a:off x="5296129" y="5668752"/>
            <a:ext cx="601752" cy="22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A6403B-3E7C-29C5-1998-9E4891C154CF}"/>
              </a:ext>
            </a:extLst>
          </p:cNvPr>
          <p:cNvSpPr txBox="1"/>
          <p:nvPr/>
        </p:nvSpPr>
        <p:spPr>
          <a:xfrm>
            <a:off x="1857435" y="4504291"/>
            <a:ext cx="247802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Entry point for the project to run, also contains business logic*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AA987A3-71B6-B0D2-5797-72A8FFC10E3D}"/>
              </a:ext>
            </a:extLst>
          </p:cNvPr>
          <p:cNvCxnSpPr>
            <a:cxnSpLocks/>
            <a:stCxn id="32" idx="3"/>
            <a:endCxn id="31" idx="1"/>
          </p:cNvCxnSpPr>
          <p:nvPr/>
        </p:nvCxnSpPr>
        <p:spPr>
          <a:xfrm>
            <a:off x="4335459" y="4735124"/>
            <a:ext cx="960670" cy="1045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55A8B51-849E-3672-2A78-7969879D553B}"/>
              </a:ext>
            </a:extLst>
          </p:cNvPr>
          <p:cNvSpPr/>
          <p:nvPr/>
        </p:nvSpPr>
        <p:spPr>
          <a:xfrm>
            <a:off x="5294636" y="6429462"/>
            <a:ext cx="1029965" cy="185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3CFCFF-D3EC-26E4-D711-A6654A75A9E1}"/>
              </a:ext>
            </a:extLst>
          </p:cNvPr>
          <p:cNvSpPr txBox="1"/>
          <p:nvPr/>
        </p:nvSpPr>
        <p:spPr>
          <a:xfrm>
            <a:off x="1885515" y="5749822"/>
            <a:ext cx="2478024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Contains meta data about the project(e.g. project name, description), dependencies required by the project, etc.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514C241-0279-A1C3-619F-BAC07E1C6D76}"/>
              </a:ext>
            </a:extLst>
          </p:cNvPr>
          <p:cNvCxnSpPr>
            <a:cxnSpLocks/>
            <a:stCxn id="39" idx="3"/>
            <a:endCxn id="38" idx="1"/>
          </p:cNvCxnSpPr>
          <p:nvPr/>
        </p:nvCxnSpPr>
        <p:spPr>
          <a:xfrm>
            <a:off x="4363539" y="6165320"/>
            <a:ext cx="931096" cy="357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EDDA3B-E042-0A99-853D-CB03CB3E4B83}"/>
              </a:ext>
            </a:extLst>
          </p:cNvPr>
          <p:cNvSpPr/>
          <p:nvPr/>
        </p:nvSpPr>
        <p:spPr>
          <a:xfrm>
            <a:off x="5294635" y="6165320"/>
            <a:ext cx="1368750" cy="22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5088EC-3E3D-E936-D774-75915F087620}"/>
              </a:ext>
            </a:extLst>
          </p:cNvPr>
          <p:cNvSpPr txBox="1"/>
          <p:nvPr/>
        </p:nvSpPr>
        <p:spPr>
          <a:xfrm>
            <a:off x="7752931" y="5697527"/>
            <a:ext cx="260438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Automatically generated when you run </a:t>
            </a:r>
            <a:r>
              <a:rPr lang="en-SG" sz="1200" dirty="0" err="1"/>
              <a:t>npm</a:t>
            </a:r>
            <a:r>
              <a:rPr lang="en-SG" sz="1200" dirty="0"/>
              <a:t> install for the first time. Locks the version of the packages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02D1CB-C62C-71AE-3247-2051F7AB9072}"/>
              </a:ext>
            </a:extLst>
          </p:cNvPr>
          <p:cNvCxnSpPr>
            <a:cxnSpLocks/>
            <a:stCxn id="42" idx="1"/>
            <a:endCxn id="41" idx="3"/>
          </p:cNvCxnSpPr>
          <p:nvPr/>
        </p:nvCxnSpPr>
        <p:spPr>
          <a:xfrm flipH="1">
            <a:off x="6663386" y="6020692"/>
            <a:ext cx="1089545" cy="256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67C9F2EE-A262-05B7-4133-51599413D37F}"/>
              </a:ext>
            </a:extLst>
          </p:cNvPr>
          <p:cNvSpPr/>
          <p:nvPr/>
        </p:nvSpPr>
        <p:spPr>
          <a:xfrm>
            <a:off x="5294635" y="5418926"/>
            <a:ext cx="1368750" cy="1914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5FB508-8710-661C-717C-CD0D73343D5D}"/>
              </a:ext>
            </a:extLst>
          </p:cNvPr>
          <p:cNvSpPr txBox="1"/>
          <p:nvPr/>
        </p:nvSpPr>
        <p:spPr>
          <a:xfrm>
            <a:off x="7900905" y="4540597"/>
            <a:ext cx="2308431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</a:t>
            </a:r>
            <a:r>
              <a:rPr lang="en-SG" sz="1200" dirty="0" err="1"/>
              <a:t>iles</a:t>
            </a:r>
            <a:r>
              <a:rPr lang="en-SG" sz="1200" dirty="0"/>
              <a:t> to be ignored when pushing to git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0C54A3A-B22F-090D-9ED8-D60D435D9CCF}"/>
              </a:ext>
            </a:extLst>
          </p:cNvPr>
          <p:cNvCxnSpPr>
            <a:cxnSpLocks/>
            <a:stCxn id="64" idx="1"/>
            <a:endCxn id="63" idx="3"/>
          </p:cNvCxnSpPr>
          <p:nvPr/>
        </p:nvCxnSpPr>
        <p:spPr>
          <a:xfrm flipH="1">
            <a:off x="6663386" y="4771429"/>
            <a:ext cx="1237519" cy="743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044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9D00332-B645-2A0B-86CC-292FB143B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456" y="4810643"/>
            <a:ext cx="4135099" cy="17614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C3CF583-7AE8-0474-9888-2E5F41F1A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586" y="1026422"/>
            <a:ext cx="3759393" cy="37339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80669B-FBB9-7C8B-422E-B4360DC67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948" y="1349076"/>
            <a:ext cx="4826248" cy="3949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48780F-A9CD-1F33-5327-FC85FACE2E97}"/>
              </a:ext>
            </a:extLst>
          </p:cNvPr>
          <p:cNvSpPr txBox="1"/>
          <p:nvPr/>
        </p:nvSpPr>
        <p:spPr>
          <a:xfrm>
            <a:off x="7958282" y="6110455"/>
            <a:ext cx="195745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1400" b="1" dirty="0" err="1"/>
              <a:t>adminUserDetails.ejs</a:t>
            </a:r>
            <a:endParaRPr lang="en-SG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C0639-5F3B-2EB4-0873-ECDAC410DCDA}"/>
              </a:ext>
            </a:extLst>
          </p:cNvPr>
          <p:cNvSpPr txBox="1"/>
          <p:nvPr/>
        </p:nvSpPr>
        <p:spPr>
          <a:xfrm>
            <a:off x="9083114" y="4298750"/>
            <a:ext cx="68159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1400" b="1" dirty="0"/>
              <a:t>app.js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BB6148-4DF6-C705-DBF8-724CCF28D71D}"/>
              </a:ext>
            </a:extLst>
          </p:cNvPr>
          <p:cNvSpPr txBox="1"/>
          <p:nvPr/>
        </p:nvSpPr>
        <p:spPr>
          <a:xfrm>
            <a:off x="418948" y="1001488"/>
            <a:ext cx="4909293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SG" sz="1200" dirty="0"/>
              <a:t>1. User  clicks on a link or enters </a:t>
            </a:r>
            <a:r>
              <a:rPr lang="en-SG" sz="1200" dirty="0" err="1"/>
              <a:t>url</a:t>
            </a:r>
            <a:r>
              <a:rPr lang="en-SG" sz="1200" dirty="0"/>
              <a:t> into web browser to make a request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5A0B0C-BA0B-F60D-5E3E-EBFE19C13640}"/>
              </a:ext>
            </a:extLst>
          </p:cNvPr>
          <p:cNvSpPr/>
          <p:nvPr/>
        </p:nvSpPr>
        <p:spPr>
          <a:xfrm>
            <a:off x="1252338" y="1508202"/>
            <a:ext cx="1490472" cy="301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E5EA9-6275-8002-71C0-49F250683BE6}"/>
              </a:ext>
            </a:extLst>
          </p:cNvPr>
          <p:cNvSpPr txBox="1"/>
          <p:nvPr/>
        </p:nvSpPr>
        <p:spPr>
          <a:xfrm>
            <a:off x="6096000" y="479199"/>
            <a:ext cx="3963149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/>
              <a:t>2. In app.js, Express identifies the route handler that matches the request’s HTTP method and URL path.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E9F9C-615A-90FB-8448-20B8B90B0E83}"/>
              </a:ext>
            </a:extLst>
          </p:cNvPr>
          <p:cNvSpPr/>
          <p:nvPr/>
        </p:nvSpPr>
        <p:spPr>
          <a:xfrm>
            <a:off x="6460104" y="1001488"/>
            <a:ext cx="942975" cy="13077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26E81-B21C-B499-CCDB-37EFF205B5F1}"/>
              </a:ext>
            </a:extLst>
          </p:cNvPr>
          <p:cNvSpPr/>
          <p:nvPr/>
        </p:nvSpPr>
        <p:spPr>
          <a:xfrm>
            <a:off x="6460103" y="3480429"/>
            <a:ext cx="1498178" cy="69810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1DCAC2-2BF7-E2EA-1CF5-04C09963F6E9}"/>
              </a:ext>
            </a:extLst>
          </p:cNvPr>
          <p:cNvSpPr/>
          <p:nvPr/>
        </p:nvSpPr>
        <p:spPr>
          <a:xfrm>
            <a:off x="6189662" y="1147670"/>
            <a:ext cx="1556317" cy="130771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EFB71-6BB8-46F0-DB59-3A991DD5AC40}"/>
              </a:ext>
            </a:extLst>
          </p:cNvPr>
          <p:cNvSpPr txBox="1"/>
          <p:nvPr/>
        </p:nvSpPr>
        <p:spPr>
          <a:xfrm>
            <a:off x="592111" y="5365812"/>
            <a:ext cx="3907702" cy="461665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/>
              <a:t>3. The id is extracted from the URL and the data is retrieved from the database to be processed.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6868D0-9669-A91A-41FF-7B236A4BD205}"/>
              </a:ext>
            </a:extLst>
          </p:cNvPr>
          <p:cNvSpPr txBox="1"/>
          <p:nvPr/>
        </p:nvSpPr>
        <p:spPr>
          <a:xfrm>
            <a:off x="592111" y="5915369"/>
            <a:ext cx="3907702" cy="46166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SG" sz="1200" dirty="0"/>
              <a:t>4. The handler passes the retrieved data to </a:t>
            </a:r>
            <a:r>
              <a:rPr lang="en-SG" sz="1200" dirty="0" err="1"/>
              <a:t>adminUserDetails.ejs</a:t>
            </a:r>
            <a:endParaRPr lang="en-SG" sz="12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4C5DEF4-929D-5079-5531-496C5A08E880}"/>
              </a:ext>
            </a:extLst>
          </p:cNvPr>
          <p:cNvSpPr txBox="1">
            <a:spLocks/>
          </p:cNvSpPr>
          <p:nvPr/>
        </p:nvSpPr>
        <p:spPr>
          <a:xfrm>
            <a:off x="1879744" y="353111"/>
            <a:ext cx="4034297" cy="604593"/>
          </a:xfrm>
          <a:prstGeom prst="rect">
            <a:avLst/>
          </a:prstGeom>
        </p:spPr>
        <p:txBody>
          <a:bodyPr/>
          <a:lstStyle>
            <a:lvl1pPr algn="l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n-S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815475-B999-44EC-3331-71D03263ED7F}"/>
              </a:ext>
            </a:extLst>
          </p:cNvPr>
          <p:cNvSpPr/>
          <p:nvPr/>
        </p:nvSpPr>
        <p:spPr>
          <a:xfrm>
            <a:off x="5747416" y="4760413"/>
            <a:ext cx="4311733" cy="19299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17D2E2-735B-2164-7D0F-CF0EF527EE04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4759960" y="5126853"/>
            <a:ext cx="987456" cy="59853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BF94D0CE-7DC8-0ABB-1007-96FDD0F1E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04" y="359150"/>
            <a:ext cx="6966429" cy="623667"/>
          </a:xfrm>
        </p:spPr>
        <p:txBody>
          <a:bodyPr>
            <a:normAutofit/>
          </a:bodyPr>
          <a:lstStyle/>
          <a:p>
            <a:r>
              <a:rPr lang="en-SG" dirty="0"/>
              <a:t>How it works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973399-FBEB-A73A-0929-6E6957A7D083}"/>
              </a:ext>
            </a:extLst>
          </p:cNvPr>
          <p:cNvSpPr/>
          <p:nvPr/>
        </p:nvSpPr>
        <p:spPr>
          <a:xfrm>
            <a:off x="6189662" y="1328668"/>
            <a:ext cx="3648317" cy="210153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1443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DE566D-ADDC-2F32-E4DA-11AA4CB6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Where Could Payment Fit?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A0E64D5-E0F0-F5D1-C157-D393087D8C4A}"/>
              </a:ext>
            </a:extLst>
          </p:cNvPr>
          <p:cNvGrpSpPr/>
          <p:nvPr/>
        </p:nvGrpSpPr>
        <p:grpSpPr>
          <a:xfrm>
            <a:off x="626327" y="2402205"/>
            <a:ext cx="10835640" cy="3931920"/>
            <a:chOff x="626327" y="2140266"/>
            <a:chExt cx="10835640" cy="3931920"/>
          </a:xfrm>
        </p:grpSpPr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DA9D530-C311-EAE6-7585-3EA73FC85751}"/>
                </a:ext>
              </a:extLst>
            </p:cNvPr>
            <p:cNvSpPr/>
            <p:nvPr/>
          </p:nvSpPr>
          <p:spPr>
            <a:xfrm>
              <a:off x="626327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F1F7F4"/>
            </a:solidFill>
            <a:ln w="12700">
              <a:solidFill>
                <a:srgbClr val="9DBBAF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44CB1AFC-D425-C9E7-44FF-E73E834BEB21}"/>
                </a:ext>
              </a:extLst>
            </p:cNvPr>
            <p:cNvSpPr/>
            <p:nvPr/>
          </p:nvSpPr>
          <p:spPr>
            <a:xfrm>
              <a:off x="699479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Pet owner</a:t>
              </a:r>
              <a:endParaRPr lang="en-US" sz="1200" dirty="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25585BA9-F748-EB60-EEED-CE96FD703833}"/>
                </a:ext>
              </a:extLst>
            </p:cNvPr>
            <p:cNvSpPr/>
            <p:nvPr/>
          </p:nvSpPr>
          <p:spPr>
            <a:xfrm>
              <a:off x="2632521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BAA1A17D-A1E7-31CA-9BC2-9219AF95A874}"/>
                </a:ext>
              </a:extLst>
            </p:cNvPr>
            <p:cNvSpPr/>
            <p:nvPr/>
          </p:nvSpPr>
          <p:spPr>
            <a:xfrm>
              <a:off x="2833689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EAF5E3"/>
            </a:solidFill>
            <a:ln w="12700">
              <a:solidFill>
                <a:srgbClr val="6FBE44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FD2C603A-E366-A314-A362-00C86B440A7D}"/>
                </a:ext>
              </a:extLst>
            </p:cNvPr>
            <p:cNvSpPr/>
            <p:nvPr/>
          </p:nvSpPr>
          <p:spPr>
            <a:xfrm>
              <a:off x="2906841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Select pet</a:t>
              </a:r>
              <a:endParaRPr lang="en-US" sz="1200" dirty="0"/>
            </a:p>
          </p:txBody>
        </p:sp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9D7A0E9A-8F3E-B55F-EEAD-5B40901786D4}"/>
                </a:ext>
              </a:extLst>
            </p:cNvPr>
            <p:cNvSpPr/>
            <p:nvPr/>
          </p:nvSpPr>
          <p:spPr>
            <a:xfrm>
              <a:off x="4839882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17" name="Shape 8">
              <a:extLst>
                <a:ext uri="{FF2B5EF4-FFF2-40B4-BE49-F238E27FC236}">
                  <a16:creationId xmlns:a16="http://schemas.microsoft.com/office/drawing/2014/main" id="{789F7F34-1291-6D54-2D53-8008A8A4A120}"/>
                </a:ext>
              </a:extLst>
            </p:cNvPr>
            <p:cNvSpPr/>
            <p:nvPr/>
          </p:nvSpPr>
          <p:spPr>
            <a:xfrm>
              <a:off x="5041050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F1F7F4"/>
            </a:solidFill>
            <a:ln w="12700">
              <a:solidFill>
                <a:srgbClr val="9DBBAF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21716A0D-988B-EA38-967A-5206B94CC802}"/>
                </a:ext>
              </a:extLst>
            </p:cNvPr>
            <p:cNvSpPr/>
            <p:nvPr/>
          </p:nvSpPr>
          <p:spPr>
            <a:xfrm>
              <a:off x="5114202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Choose pet-care service</a:t>
              </a:r>
              <a:endParaRPr lang="en-US" sz="1200" dirty="0"/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7551F46D-2FBC-191F-F09A-AA5124AAAED5}"/>
                </a:ext>
              </a:extLst>
            </p:cNvPr>
            <p:cNvSpPr/>
            <p:nvPr/>
          </p:nvSpPr>
          <p:spPr>
            <a:xfrm>
              <a:off x="7047244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23" name="Shape 11">
              <a:extLst>
                <a:ext uri="{FF2B5EF4-FFF2-40B4-BE49-F238E27FC236}">
                  <a16:creationId xmlns:a16="http://schemas.microsoft.com/office/drawing/2014/main" id="{02B2DF1F-BA47-2A06-22B7-F2764352B1C2}"/>
                </a:ext>
              </a:extLst>
            </p:cNvPr>
            <p:cNvSpPr/>
            <p:nvPr/>
          </p:nvSpPr>
          <p:spPr>
            <a:xfrm>
              <a:off x="7248412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EAF5E3"/>
            </a:solidFill>
            <a:ln w="12700">
              <a:solidFill>
                <a:srgbClr val="6FBE44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99487B44-66CC-26EB-93DA-01E46C3FBB3F}"/>
                </a:ext>
              </a:extLst>
            </p:cNvPr>
            <p:cNvSpPr/>
            <p:nvPr/>
          </p:nvSpPr>
          <p:spPr>
            <a:xfrm>
              <a:off x="7321564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Payment</a:t>
              </a:r>
              <a:endParaRPr lang="en-US" sz="1200" dirty="0"/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62839B24-3931-C5CB-AB80-478D20F34D66}"/>
                </a:ext>
              </a:extLst>
            </p:cNvPr>
            <p:cNvSpPr/>
            <p:nvPr/>
          </p:nvSpPr>
          <p:spPr>
            <a:xfrm>
              <a:off x="9254605" y="2387154"/>
              <a:ext cx="20116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5A623"/>
                  </a:solidFill>
                </a:rPr>
                <a:t>→</a:t>
              </a:r>
              <a:endParaRPr lang="en-US" sz="1600" dirty="0"/>
            </a:p>
          </p:txBody>
        </p:sp>
        <p:sp>
          <p:nvSpPr>
            <p:cNvPr id="29" name="Shape 14">
              <a:extLst>
                <a:ext uri="{FF2B5EF4-FFF2-40B4-BE49-F238E27FC236}">
                  <a16:creationId xmlns:a16="http://schemas.microsoft.com/office/drawing/2014/main" id="{C1C0AF64-EBFD-5CF4-CFA1-81E1E51191FE}"/>
                </a:ext>
              </a:extLst>
            </p:cNvPr>
            <p:cNvSpPr/>
            <p:nvPr/>
          </p:nvSpPr>
          <p:spPr>
            <a:xfrm>
              <a:off x="9455773" y="2140266"/>
              <a:ext cx="2006194" cy="822960"/>
            </a:xfrm>
            <a:prstGeom prst="roundRect">
              <a:avLst>
                <a:gd name="adj" fmla="val 4444"/>
              </a:avLst>
            </a:prstGeom>
            <a:solidFill>
              <a:srgbClr val="F1F7F4"/>
            </a:solidFill>
            <a:ln w="12700">
              <a:solidFill>
                <a:srgbClr val="9DBBAF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1" name="Text 15">
              <a:extLst>
                <a:ext uri="{FF2B5EF4-FFF2-40B4-BE49-F238E27FC236}">
                  <a16:creationId xmlns:a16="http://schemas.microsoft.com/office/drawing/2014/main" id="{6B86F22E-AF4A-78FA-26B6-857229B54270}"/>
                </a:ext>
              </a:extLst>
            </p:cNvPr>
            <p:cNvSpPr/>
            <p:nvPr/>
          </p:nvSpPr>
          <p:spPr>
            <a:xfrm>
              <a:off x="9528925" y="2368866"/>
              <a:ext cx="185989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F35"/>
                  </a:solidFill>
                </a:rPr>
                <a:t>Confirmation</a:t>
              </a:r>
              <a:endParaRPr lang="en-US" sz="1200" dirty="0"/>
            </a:p>
          </p:txBody>
        </p:sp>
        <p:sp>
          <p:nvSpPr>
            <p:cNvPr id="33" name="Shape 16">
              <a:extLst>
                <a:ext uri="{FF2B5EF4-FFF2-40B4-BE49-F238E27FC236}">
                  <a16:creationId xmlns:a16="http://schemas.microsoft.com/office/drawing/2014/main" id="{D6F7E764-CCFE-0692-9820-5505CCF94F64}"/>
                </a:ext>
              </a:extLst>
            </p:cNvPr>
            <p:cNvSpPr/>
            <p:nvPr/>
          </p:nvSpPr>
          <p:spPr>
            <a:xfrm>
              <a:off x="717767" y="3649026"/>
              <a:ext cx="3337560" cy="141732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2700">
              <a:solidFill>
                <a:srgbClr val="D8DED8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SG"/>
            </a:p>
          </p:txBody>
        </p:sp>
        <p:sp>
          <p:nvSpPr>
            <p:cNvPr id="35" name="Shape 17">
              <a:extLst>
                <a:ext uri="{FF2B5EF4-FFF2-40B4-BE49-F238E27FC236}">
                  <a16:creationId xmlns:a16="http://schemas.microsoft.com/office/drawing/2014/main" id="{DBCB33B5-112F-1D21-05AE-9F82FB6CD344}"/>
                </a:ext>
              </a:extLst>
            </p:cNvPr>
            <p:cNvSpPr/>
            <p:nvPr/>
          </p:nvSpPr>
          <p:spPr>
            <a:xfrm>
              <a:off x="717767" y="3649026"/>
              <a:ext cx="82296" cy="1417320"/>
            </a:xfrm>
            <a:prstGeom prst="rect">
              <a:avLst/>
            </a:prstGeom>
            <a:solidFill>
              <a:srgbClr val="6FBE44"/>
            </a:solidFill>
            <a:ln w="12700">
              <a:solidFill>
                <a:srgbClr val="6FBE44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7" name="Text 18">
              <a:extLst>
                <a:ext uri="{FF2B5EF4-FFF2-40B4-BE49-F238E27FC236}">
                  <a16:creationId xmlns:a16="http://schemas.microsoft.com/office/drawing/2014/main" id="{9377C0CE-4B16-4F80-6517-D6E771BA14E5}"/>
                </a:ext>
              </a:extLst>
            </p:cNvPr>
            <p:cNvSpPr/>
            <p:nvPr/>
          </p:nvSpPr>
          <p:spPr>
            <a:xfrm>
              <a:off x="946367" y="3804474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73F35"/>
                  </a:solidFill>
                </a:rPr>
                <a:t>Current data</a:t>
              </a:r>
              <a:endParaRPr lang="en-US" sz="1500" dirty="0"/>
            </a:p>
          </p:txBody>
        </p:sp>
        <p:sp>
          <p:nvSpPr>
            <p:cNvPr id="39" name="Text 19">
              <a:extLst>
                <a:ext uri="{FF2B5EF4-FFF2-40B4-BE49-F238E27FC236}">
                  <a16:creationId xmlns:a16="http://schemas.microsoft.com/office/drawing/2014/main" id="{44454A77-A2C1-D5CA-F587-E16E424529F9}"/>
                </a:ext>
              </a:extLst>
            </p:cNvPr>
            <p:cNvSpPr/>
            <p:nvPr/>
          </p:nvSpPr>
          <p:spPr>
            <a:xfrm>
              <a:off x="946367" y="4215954"/>
              <a:ext cx="2953512" cy="7132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users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pets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journal</a:t>
              </a:r>
              <a:endParaRPr lang="en-US" sz="1200" dirty="0"/>
            </a:p>
          </p:txBody>
        </p:sp>
        <p:sp>
          <p:nvSpPr>
            <p:cNvPr id="41" name="Shape 20">
              <a:extLst>
                <a:ext uri="{FF2B5EF4-FFF2-40B4-BE49-F238E27FC236}">
                  <a16:creationId xmlns:a16="http://schemas.microsoft.com/office/drawing/2014/main" id="{48A28EFC-9F6B-6CA3-2D72-FC62FA910B46}"/>
                </a:ext>
              </a:extLst>
            </p:cNvPr>
            <p:cNvSpPr/>
            <p:nvPr/>
          </p:nvSpPr>
          <p:spPr>
            <a:xfrm>
              <a:off x="4375367" y="3649026"/>
              <a:ext cx="3337560" cy="141732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2700">
              <a:solidFill>
                <a:srgbClr val="D8DED8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SG"/>
            </a:p>
          </p:txBody>
        </p:sp>
        <p:sp>
          <p:nvSpPr>
            <p:cNvPr id="43" name="Shape 21">
              <a:extLst>
                <a:ext uri="{FF2B5EF4-FFF2-40B4-BE49-F238E27FC236}">
                  <a16:creationId xmlns:a16="http://schemas.microsoft.com/office/drawing/2014/main" id="{EBA0B59F-6CE2-758B-C267-1D4A9461DA7A}"/>
                </a:ext>
              </a:extLst>
            </p:cNvPr>
            <p:cNvSpPr/>
            <p:nvPr/>
          </p:nvSpPr>
          <p:spPr>
            <a:xfrm>
              <a:off x="4375367" y="3649026"/>
              <a:ext cx="82296" cy="1417320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EE59B6B2-095B-59DF-D359-8984520D94CE}"/>
                </a:ext>
              </a:extLst>
            </p:cNvPr>
            <p:cNvSpPr/>
            <p:nvPr/>
          </p:nvSpPr>
          <p:spPr>
            <a:xfrm>
              <a:off x="4603967" y="3804474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73F35"/>
                  </a:solidFill>
                </a:rPr>
                <a:t>Possible new data</a:t>
              </a:r>
              <a:endParaRPr lang="en-US" sz="1500" dirty="0"/>
            </a:p>
          </p:txBody>
        </p:sp>
        <p:sp>
          <p:nvSpPr>
            <p:cNvPr id="47" name="Text 23">
              <a:extLst>
                <a:ext uri="{FF2B5EF4-FFF2-40B4-BE49-F238E27FC236}">
                  <a16:creationId xmlns:a16="http://schemas.microsoft.com/office/drawing/2014/main" id="{9C75BA9A-CCE1-65AA-7F1E-2E7747DA5C6C}"/>
                </a:ext>
              </a:extLst>
            </p:cNvPr>
            <p:cNvSpPr/>
            <p:nvPr/>
          </p:nvSpPr>
          <p:spPr>
            <a:xfrm>
              <a:off x="4603967" y="4215954"/>
              <a:ext cx="2953512" cy="7132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services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service bookings</a:t>
              </a:r>
              <a:endParaRPr lang="en-US" sz="1200" dirty="0"/>
            </a:p>
          </p:txBody>
        </p:sp>
        <p:sp>
          <p:nvSpPr>
            <p:cNvPr id="49" name="Shape 24">
              <a:extLst>
                <a:ext uri="{FF2B5EF4-FFF2-40B4-BE49-F238E27FC236}">
                  <a16:creationId xmlns:a16="http://schemas.microsoft.com/office/drawing/2014/main" id="{0B377FFE-B302-B2E0-2E76-6EAE9A64A404}"/>
                </a:ext>
              </a:extLst>
            </p:cNvPr>
            <p:cNvSpPr/>
            <p:nvPr/>
          </p:nvSpPr>
          <p:spPr>
            <a:xfrm>
              <a:off x="8032967" y="3649026"/>
              <a:ext cx="3337560" cy="141732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2700">
              <a:solidFill>
                <a:srgbClr val="D8DED8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SG"/>
            </a:p>
          </p:txBody>
        </p:sp>
        <p:sp>
          <p:nvSpPr>
            <p:cNvPr id="51" name="Shape 25">
              <a:extLst>
                <a:ext uri="{FF2B5EF4-FFF2-40B4-BE49-F238E27FC236}">
                  <a16:creationId xmlns:a16="http://schemas.microsoft.com/office/drawing/2014/main" id="{56576664-26DE-CCA9-A4D7-8C1AC614F468}"/>
                </a:ext>
              </a:extLst>
            </p:cNvPr>
            <p:cNvSpPr/>
            <p:nvPr/>
          </p:nvSpPr>
          <p:spPr>
            <a:xfrm>
              <a:off x="8032967" y="3649026"/>
              <a:ext cx="82296" cy="1417320"/>
            </a:xfrm>
            <a:prstGeom prst="rect">
              <a:avLst/>
            </a:prstGeom>
            <a:solidFill>
              <a:srgbClr val="007A5E"/>
            </a:solidFill>
            <a:ln w="12700">
              <a:solidFill>
                <a:srgbClr val="007A5E"/>
              </a:solidFill>
              <a:prstDash val="solid"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3" name="Text 26">
              <a:extLst>
                <a:ext uri="{FF2B5EF4-FFF2-40B4-BE49-F238E27FC236}">
                  <a16:creationId xmlns:a16="http://schemas.microsoft.com/office/drawing/2014/main" id="{8B339C22-AF86-9D8C-4009-2FA1111B9140}"/>
                </a:ext>
              </a:extLst>
            </p:cNvPr>
            <p:cNvSpPr/>
            <p:nvPr/>
          </p:nvSpPr>
          <p:spPr>
            <a:xfrm>
              <a:off x="8261567" y="3804474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173F35"/>
                  </a:solidFill>
                </a:rPr>
                <a:t>Possible Payment data</a:t>
              </a:r>
              <a:endParaRPr lang="en-US" sz="1500" dirty="0"/>
            </a:p>
          </p:txBody>
        </p:sp>
        <p:sp>
          <p:nvSpPr>
            <p:cNvPr id="55" name="Text 27">
              <a:extLst>
                <a:ext uri="{FF2B5EF4-FFF2-40B4-BE49-F238E27FC236}">
                  <a16:creationId xmlns:a16="http://schemas.microsoft.com/office/drawing/2014/main" id="{4539F250-ED6A-67DD-FFBE-AF124205E3BE}"/>
                </a:ext>
              </a:extLst>
            </p:cNvPr>
            <p:cNvSpPr/>
            <p:nvPr/>
          </p:nvSpPr>
          <p:spPr>
            <a:xfrm>
              <a:off x="8261567" y="4215954"/>
              <a:ext cx="2953512" cy="7132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amount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method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status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222222"/>
                  </a:solidFill>
                </a:rPr>
                <a:t>timestamp</a:t>
              </a:r>
              <a:endParaRPr lang="en-US" sz="1200" dirty="0"/>
            </a:p>
          </p:txBody>
        </p:sp>
        <p:sp>
          <p:nvSpPr>
            <p:cNvPr id="57" name="Text 28">
              <a:extLst>
                <a:ext uri="{FF2B5EF4-FFF2-40B4-BE49-F238E27FC236}">
                  <a16:creationId xmlns:a16="http://schemas.microsoft.com/office/drawing/2014/main" id="{CC5675C7-3D71-F201-3372-66B95DD9BB49}"/>
                </a:ext>
              </a:extLst>
            </p:cNvPr>
            <p:cNvSpPr/>
            <p:nvPr/>
          </p:nvSpPr>
          <p:spPr>
            <a:xfrm>
              <a:off x="854927" y="5706426"/>
              <a:ext cx="10332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73F35"/>
                  </a:solidFill>
                </a:rPr>
                <a:t>Design question: Which new records are needed before PetCareApp can charge for a service?</a:t>
              </a:r>
              <a:endParaRPr lang="en-US" sz="1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2164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6D61F-43C7-DDB7-2EB5-F46532C5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C6D5-B521-2C1B-9385-4A9342257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SG" sz="4600" dirty="0"/>
              <a:t>Separation of Concerns </a:t>
            </a:r>
          </a:p>
        </p:txBody>
      </p:sp>
    </p:spTree>
    <p:extLst>
      <p:ext uri="{BB962C8B-B14F-4D97-AF65-F5344CB8AC3E}">
        <p14:creationId xmlns:p14="http://schemas.microsoft.com/office/powerpoint/2010/main" val="3309578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B66D4-7531-9094-CDFB-ACCD02B492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432" y="1593024"/>
            <a:ext cx="6365568" cy="4572296"/>
          </a:xfrm>
        </p:spPr>
        <p:txBody>
          <a:bodyPr>
            <a:normAutofit/>
          </a:bodyPr>
          <a:lstStyle/>
          <a:p>
            <a:r>
              <a:rPr lang="en-SG" sz="2400" dirty="0"/>
              <a:t>Currently in </a:t>
            </a:r>
            <a:r>
              <a:rPr lang="en-SG" sz="2400" b="1" dirty="0" err="1"/>
              <a:t>PetCareApp</a:t>
            </a:r>
            <a:r>
              <a:rPr lang="en-SG" sz="2400" dirty="0"/>
              <a:t>, </a:t>
            </a:r>
          </a:p>
          <a:p>
            <a:pPr lvl="1"/>
            <a:r>
              <a:rPr lang="en-SG" sz="2000" dirty="0"/>
              <a:t>EJS files are already separated in the </a:t>
            </a:r>
            <a:r>
              <a:rPr lang="en-SG" sz="2000" b="1" dirty="0"/>
              <a:t>views</a:t>
            </a:r>
            <a:r>
              <a:rPr lang="en-SG" sz="2000" dirty="0"/>
              <a:t> folder</a:t>
            </a:r>
          </a:p>
          <a:p>
            <a:pPr lvl="1"/>
            <a:r>
              <a:rPr lang="en-SG" sz="2000" b="1" dirty="0"/>
              <a:t>app.js</a:t>
            </a:r>
            <a:r>
              <a:rPr lang="en-SG" sz="2000" dirty="0"/>
              <a:t> contains the database credentials, handles input, data, business logic </a:t>
            </a:r>
          </a:p>
          <a:p>
            <a:pPr lvl="1"/>
            <a:endParaRPr lang="en-SG" sz="2000" dirty="0"/>
          </a:p>
          <a:p>
            <a:r>
              <a:rPr lang="en-SG" sz="2400" b="1" dirty="0"/>
              <a:t>As the project grows larger, it can become difficult to manage. </a:t>
            </a:r>
          </a:p>
          <a:p>
            <a:endParaRPr lang="en-SG" sz="2400" dirty="0"/>
          </a:p>
          <a:p>
            <a:r>
              <a:rPr lang="en-US" sz="2400" dirty="0"/>
              <a:t>Including credentials directly in </a:t>
            </a:r>
            <a:r>
              <a:rPr lang="en-US" sz="2400" b="1" dirty="0"/>
              <a:t>app.js </a:t>
            </a:r>
            <a:r>
              <a:rPr lang="en-US" sz="2400" dirty="0"/>
              <a:t>introduces potential security vulnerabilities.</a:t>
            </a:r>
            <a:endParaRPr lang="en-SG" sz="2400" dirty="0"/>
          </a:p>
          <a:p>
            <a:endParaRPr lang="en-SG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8CF91-4830-E388-4707-CBCE43C5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app.js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B74665-3711-DCEB-7912-D63A76517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325" y="557931"/>
            <a:ext cx="2174267" cy="609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29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D23E6-6308-42CA-8F72-22D2089F27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Separation of Concerns (SoC) </a:t>
            </a:r>
            <a:r>
              <a:rPr lang="en-US" sz="2400" dirty="0"/>
              <a:t>is a fundamental software design principle that promotes organizing a program into distinct sections, where each section addresses a separate concern or responsibility. </a:t>
            </a:r>
          </a:p>
          <a:p>
            <a:endParaRPr lang="en-US" sz="2400" dirty="0"/>
          </a:p>
          <a:p>
            <a:r>
              <a:rPr lang="en-US" sz="2400" dirty="0"/>
              <a:t>A concern in software development can be any distinct functionality or feature, such as business logic, user interface, database interaction, or security.</a:t>
            </a:r>
          </a:p>
          <a:p>
            <a:endParaRPr lang="en-US" sz="2400" dirty="0"/>
          </a:p>
          <a:p>
            <a:r>
              <a:rPr lang="en-US" sz="2400" dirty="0"/>
              <a:t>The primary goal of SoC is to isolate responsibilities within different modules, layers, or classes of an application. This improves maintainability, readability, scalability, and testability.</a:t>
            </a:r>
            <a:endParaRPr lang="en-SG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9F207-C0C0-34FD-4A0A-20CD8D18A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Separation of Concerns </a:t>
            </a:r>
          </a:p>
        </p:txBody>
      </p:sp>
    </p:spTree>
    <p:extLst>
      <p:ext uri="{BB962C8B-B14F-4D97-AF65-F5344CB8AC3E}">
        <p14:creationId xmlns:p14="http://schemas.microsoft.com/office/powerpoint/2010/main" val="3753091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F8525-ACE8-9DF8-1001-1C281D03F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Model-View-Controller(MVC)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20ECEA-F14A-FC7F-36A6-D81B5454B576}"/>
              </a:ext>
            </a:extLst>
          </p:cNvPr>
          <p:cNvSpPr txBox="1"/>
          <p:nvPr/>
        </p:nvSpPr>
        <p:spPr>
          <a:xfrm>
            <a:off x="233146" y="6398918"/>
            <a:ext cx="482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 dirty="0">
                <a:hlinkClick r:id="rId3"/>
              </a:rPr>
              <a:t>https://www.geeksforgeeks.org/mvc-framework-introduction/</a:t>
            </a:r>
            <a:r>
              <a:rPr lang="en-SG" sz="12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7086C-13A7-EFD0-D2B6-A1EBB67EFDF9}"/>
              </a:ext>
            </a:extLst>
          </p:cNvPr>
          <p:cNvSpPr txBox="1"/>
          <p:nvPr/>
        </p:nvSpPr>
        <p:spPr>
          <a:xfrm>
            <a:off x="7319530" y="1975006"/>
            <a:ext cx="3083295" cy="1169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In C237, we used the template engine </a:t>
            </a:r>
            <a:r>
              <a:rPr lang="en-SG" sz="1400" b="1" dirty="0"/>
              <a:t>Embedded JavaScript(EJS) </a:t>
            </a:r>
            <a:r>
              <a:rPr lang="en-SG" sz="1400" dirty="0"/>
              <a:t>to help us process and display the views. The EJS files were placed in a folder named </a:t>
            </a:r>
            <a:r>
              <a:rPr lang="en-SG" sz="1400" b="1" dirty="0"/>
              <a:t>views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6B6E86-A235-DB1A-B5B5-26DF4F955722}"/>
              </a:ext>
            </a:extLst>
          </p:cNvPr>
          <p:cNvSpPr txBox="1"/>
          <p:nvPr/>
        </p:nvSpPr>
        <p:spPr>
          <a:xfrm>
            <a:off x="7319530" y="3544841"/>
            <a:ext cx="3083295" cy="2462213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Model and controller, there was no explicit structuring of this, as all the logic was in </a:t>
            </a:r>
            <a:r>
              <a:rPr lang="en-SG" sz="1400" b="1" dirty="0"/>
              <a:t>app.js</a:t>
            </a:r>
            <a:r>
              <a:rPr lang="en-SG" sz="1400" dirty="0"/>
              <a:t>. </a:t>
            </a:r>
          </a:p>
          <a:p>
            <a:pPr algn="ctr"/>
            <a:endParaRPr lang="en-SG" sz="1400" dirty="0"/>
          </a:p>
          <a:p>
            <a:pPr algn="ctr"/>
            <a:r>
              <a:rPr lang="en-SG" sz="1400" dirty="0"/>
              <a:t>While the code will still work, as the project grows larger, it can become difficult to manage. </a:t>
            </a:r>
          </a:p>
          <a:p>
            <a:pPr algn="ctr"/>
            <a:endParaRPr lang="en-SG" sz="1400" dirty="0"/>
          </a:p>
          <a:p>
            <a:pPr algn="ctr"/>
            <a:r>
              <a:rPr lang="en-SG" sz="1400" dirty="0"/>
              <a:t>In this module, we will look at how to </a:t>
            </a:r>
            <a:r>
              <a:rPr lang="en-US" sz="1400" dirty="0">
                <a:solidFill>
                  <a:srgbClr val="0D0D0D"/>
                </a:solidFill>
              </a:rPr>
              <a:t>organize code for better maintainability and scalability.</a:t>
            </a:r>
            <a:endParaRPr lang="en-SG" sz="1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6C2995-3141-98A7-AEB1-1E10659B9CDB}"/>
              </a:ext>
            </a:extLst>
          </p:cNvPr>
          <p:cNvGrpSpPr/>
          <p:nvPr/>
        </p:nvGrpSpPr>
        <p:grpSpPr>
          <a:xfrm>
            <a:off x="546165" y="1724491"/>
            <a:ext cx="6428680" cy="4347695"/>
            <a:chOff x="2189612" y="1724491"/>
            <a:chExt cx="4902947" cy="340901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AAC4A26-FD62-295A-61F1-AA0FEC441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9612" y="1724491"/>
              <a:ext cx="4902947" cy="340901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6FBD32-BA94-9365-463B-6D0FBD3A8A8C}"/>
                </a:ext>
              </a:extLst>
            </p:cNvPr>
            <p:cNvSpPr/>
            <p:nvPr/>
          </p:nvSpPr>
          <p:spPr>
            <a:xfrm>
              <a:off x="5479585" y="1724491"/>
              <a:ext cx="1392636" cy="1467738"/>
            </a:xfrm>
            <a:prstGeom prst="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0C7B5D-3474-C302-8C79-2577A1E331D6}"/>
                </a:ext>
              </a:extLst>
            </p:cNvPr>
            <p:cNvSpPr/>
            <p:nvPr/>
          </p:nvSpPr>
          <p:spPr>
            <a:xfrm>
              <a:off x="2441962" y="1724492"/>
              <a:ext cx="1624070" cy="1547177"/>
            </a:xfrm>
            <a:prstGeom prst="rect">
              <a:avLst/>
            </a:prstGeom>
            <a:noFill/>
            <a:ln w="2222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93A1F7-5F4B-CB55-BE67-F82977AFC73A}"/>
                </a:ext>
              </a:extLst>
            </p:cNvPr>
            <p:cNvSpPr/>
            <p:nvPr/>
          </p:nvSpPr>
          <p:spPr>
            <a:xfrm>
              <a:off x="4212551" y="3557016"/>
              <a:ext cx="1624070" cy="1363311"/>
            </a:xfrm>
            <a:prstGeom prst="rect">
              <a:avLst/>
            </a:prstGeom>
            <a:noFill/>
            <a:ln w="2222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4057366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C94EA-5EDF-E329-3D3F-00024396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D000E-38E0-3ACB-CE45-2B777ADC1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Separation of Concerns with MVC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84FAD-93EF-6C57-E5CB-8321F0288C7E}"/>
              </a:ext>
            </a:extLst>
          </p:cNvPr>
          <p:cNvSpPr txBox="1"/>
          <p:nvPr/>
        </p:nvSpPr>
        <p:spPr>
          <a:xfrm>
            <a:off x="357635" y="6456725"/>
            <a:ext cx="4828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1200" dirty="0">
                <a:hlinkClick r:id="rId3"/>
              </a:rPr>
              <a:t>https://www.geeksforgeeks.org/mvc-framework-introduction/</a:t>
            </a:r>
            <a:r>
              <a:rPr lang="en-SG" sz="12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797DF5-F184-69B0-F2CF-3FD4F4871FCF}"/>
              </a:ext>
            </a:extLst>
          </p:cNvPr>
          <p:cNvSpPr txBox="1"/>
          <p:nvPr/>
        </p:nvSpPr>
        <p:spPr>
          <a:xfrm>
            <a:off x="10001916" y="2024880"/>
            <a:ext cx="1917181" cy="11695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View</a:t>
            </a:r>
            <a:r>
              <a:rPr lang="en-US" sz="1400" dirty="0"/>
              <a:t>: Manages the presentation layer. It displays data to the user and defines how the UI looks.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9BCF8-9617-E1A4-0C29-E262D6DB5DFE}"/>
              </a:ext>
            </a:extLst>
          </p:cNvPr>
          <p:cNvSpPr txBox="1"/>
          <p:nvPr/>
        </p:nvSpPr>
        <p:spPr>
          <a:xfrm>
            <a:off x="9867013" y="4224632"/>
            <a:ext cx="2162934" cy="1384995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Controller</a:t>
            </a:r>
            <a:r>
              <a:rPr lang="en-US" sz="1400" dirty="0"/>
              <a:t>: Acts as an intermediary between the Model and View. It handles user input, updates the Model, and refreshes the View.</a:t>
            </a:r>
            <a:endParaRPr lang="en-SG" sz="1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35A0CB-1D0B-0FA8-996E-1919FF8F3225}"/>
              </a:ext>
            </a:extLst>
          </p:cNvPr>
          <p:cNvGrpSpPr/>
          <p:nvPr/>
        </p:nvGrpSpPr>
        <p:grpSpPr>
          <a:xfrm>
            <a:off x="2772127" y="1642775"/>
            <a:ext cx="6912076" cy="4580656"/>
            <a:chOff x="3178440" y="1594002"/>
            <a:chExt cx="5578697" cy="38788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29F803A-FD3B-8DCD-2BA3-E38FC37AC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440" y="1594002"/>
              <a:ext cx="5578697" cy="3878867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A099B5-9751-AF08-D53C-4C83A768B607}"/>
                </a:ext>
              </a:extLst>
            </p:cNvPr>
            <p:cNvSpPr/>
            <p:nvPr/>
          </p:nvSpPr>
          <p:spPr>
            <a:xfrm>
              <a:off x="6893443" y="1701209"/>
              <a:ext cx="1640902" cy="1520456"/>
            </a:xfrm>
            <a:prstGeom prst="rect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B0EA4E-39B2-A16D-AD6C-C13504F320B4}"/>
                </a:ext>
              </a:extLst>
            </p:cNvPr>
            <p:cNvSpPr/>
            <p:nvPr/>
          </p:nvSpPr>
          <p:spPr>
            <a:xfrm>
              <a:off x="3434865" y="1701210"/>
              <a:ext cx="1863694" cy="1605517"/>
            </a:xfrm>
            <a:prstGeom prst="rect">
              <a:avLst/>
            </a:prstGeom>
            <a:noFill/>
            <a:ln w="2222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3DBD350-E19B-548B-79DB-0ACEA2EDEE2C}"/>
                </a:ext>
              </a:extLst>
            </p:cNvPr>
            <p:cNvSpPr/>
            <p:nvPr/>
          </p:nvSpPr>
          <p:spPr>
            <a:xfrm>
              <a:off x="5499090" y="3780300"/>
              <a:ext cx="1819654" cy="1408390"/>
            </a:xfrm>
            <a:prstGeom prst="rect">
              <a:avLst/>
            </a:prstGeom>
            <a:noFill/>
            <a:ln w="2222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399B8AE-38CD-B744-6007-CAD281659C41}"/>
              </a:ext>
            </a:extLst>
          </p:cNvPr>
          <p:cNvSpPr txBox="1"/>
          <p:nvPr/>
        </p:nvSpPr>
        <p:spPr>
          <a:xfrm>
            <a:off x="459674" y="1979885"/>
            <a:ext cx="2129643" cy="116955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Model</a:t>
            </a:r>
            <a:r>
              <a:rPr lang="en-US" sz="1400" dirty="0"/>
              <a:t>: Handles the data and business logic. It’s responsible for retrieving, storing, and processing data.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AE896-5D5A-9086-E409-CBF58B014977}"/>
              </a:ext>
            </a:extLst>
          </p:cNvPr>
          <p:cNvSpPr txBox="1"/>
          <p:nvPr/>
        </p:nvSpPr>
        <p:spPr>
          <a:xfrm>
            <a:off x="396789" y="3689186"/>
            <a:ext cx="2192528" cy="246221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SG" sz="1400" dirty="0">
                <a:solidFill>
                  <a:srgbClr val="0070C0"/>
                </a:solidFill>
              </a:rPr>
              <a:t>Alongside MVC, </a:t>
            </a:r>
            <a:r>
              <a:rPr lang="en-SG" sz="1400" b="1" dirty="0">
                <a:solidFill>
                  <a:srgbClr val="0070C0"/>
                </a:solidFill>
              </a:rPr>
              <a:t>routes</a:t>
            </a:r>
            <a:r>
              <a:rPr lang="en-SG" sz="1400" dirty="0">
                <a:solidFill>
                  <a:srgbClr val="0070C0"/>
                </a:solidFill>
              </a:rPr>
              <a:t> direct incoming requests to the appropriate controller function based on the HTTP method and URL path. </a:t>
            </a:r>
          </a:p>
          <a:p>
            <a:endParaRPr lang="en-SG" sz="1400" dirty="0">
              <a:solidFill>
                <a:srgbClr val="0070C0"/>
              </a:solidFill>
            </a:endParaRPr>
          </a:p>
          <a:p>
            <a:r>
              <a:rPr lang="en-SG" sz="1400" dirty="0">
                <a:solidFill>
                  <a:srgbClr val="0070C0"/>
                </a:solidFill>
              </a:rPr>
              <a:t>They can also apply middleware, such as login checks, before passing control to the controller.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824CB-EEFB-C444-845D-D757FCAAC0F1}"/>
              </a:ext>
            </a:extLst>
          </p:cNvPr>
          <p:cNvSpPr txBox="1"/>
          <p:nvPr/>
        </p:nvSpPr>
        <p:spPr>
          <a:xfrm>
            <a:off x="4867198" y="6350035"/>
            <a:ext cx="64033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By separating these responsibilities, MVC makes applications easier to maintain, test, and scale. Each component can evolve independently as long as the interfaces between them remain consistent.</a:t>
            </a:r>
          </a:p>
        </p:txBody>
      </p:sp>
    </p:spTree>
    <p:extLst>
      <p:ext uri="{BB962C8B-B14F-4D97-AF65-F5344CB8AC3E}">
        <p14:creationId xmlns:p14="http://schemas.microsoft.com/office/powerpoint/2010/main" val="548780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53A914-7DF4-BD15-AF1E-48C62CDB2E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842489"/>
            <a:ext cx="10899991" cy="4491636"/>
          </a:xfrm>
        </p:spPr>
        <p:txBody>
          <a:bodyPr wrap="square"/>
          <a:lstStyle/>
          <a:p>
            <a:pPr marL="0" indent="0">
              <a:spcAft>
                <a:spcPts val="1800"/>
              </a:spcAft>
              <a:buNone/>
            </a:pPr>
            <a:r>
              <a:rPr lang="en-US" dirty="0"/>
              <a:t>In your teams, discuss what different responsibilities does </a:t>
            </a:r>
            <a:r>
              <a:rPr lang="en-US" b="1" dirty="0"/>
              <a:t>app.js </a:t>
            </a:r>
            <a:r>
              <a:rPr lang="en-US" dirty="0"/>
              <a:t>in </a:t>
            </a:r>
            <a:r>
              <a:rPr lang="en-US" b="1" dirty="0" err="1"/>
              <a:t>PetCareApp</a:t>
            </a:r>
            <a:r>
              <a:rPr lang="en-US" dirty="0"/>
              <a:t> handle? Give one example of each.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10C826-30D3-EBCF-B31E-7083822DA28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15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BBE3A-E2C8-710D-CFB8-24F7F646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0FDD94-68E0-1B0A-3B67-795524698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316305"/>
              </p:ext>
            </p:extLst>
          </p:nvPr>
        </p:nvGraphicFramePr>
        <p:xfrm>
          <a:off x="730033" y="2573079"/>
          <a:ext cx="10731934" cy="21158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1934">
                  <a:extLst>
                    <a:ext uri="{9D8B030D-6E8A-4147-A177-3AD203B41FA5}">
                      <a16:colId xmlns:a16="http://schemas.microsoft.com/office/drawing/2014/main" val="4024606973"/>
                    </a:ext>
                  </a:extLst>
                </a:gridCol>
              </a:tblGrid>
              <a:tr h="2115879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50868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269B56F-70F5-F66E-1637-32015224D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22613"/>
            <a:ext cx="1239752" cy="61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75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38912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MVC is Separation of Concerns in 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DD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 sz="240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" cy="3429000"/>
          </a:xfrm>
          <a:prstGeom prst="rect">
            <a:avLst/>
          </a:prstGeom>
          <a:solidFill>
            <a:srgbClr val="2274A5"/>
          </a:solidFill>
          <a:ln w="12700">
            <a:solidFill>
              <a:srgbClr val="2274A5"/>
            </a:solidFill>
            <a:prstDash val="solid"/>
          </a:ln>
        </p:spPr>
        <p:txBody>
          <a:bodyPr/>
          <a:lstStyle/>
          <a:p>
            <a:endParaRPr lang="en-SG" sz="2400"/>
          </a:p>
        </p:txBody>
      </p:sp>
      <p:sp>
        <p:nvSpPr>
          <p:cNvPr id="5" name="Text 3"/>
          <p:cNvSpPr/>
          <p:nvPr/>
        </p:nvSpPr>
        <p:spPr>
          <a:xfrm>
            <a:off x="850392" y="161848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2274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2057400"/>
            <a:ext cx="278892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and stores data.</a:t>
            </a:r>
            <a:endParaRPr lang="en-US" sz="1251" dirty="0"/>
          </a:p>
          <a:p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pets</a:t>
            </a:r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journals</a:t>
            </a:r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services</a:t>
            </a:r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bookings</a:t>
            </a:r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payments</a:t>
            </a:r>
            <a:endParaRPr lang="en-US" sz="1251" dirty="0"/>
          </a:p>
        </p:txBody>
      </p:sp>
      <p:sp>
        <p:nvSpPr>
          <p:cNvPr id="7" name="Shape 5"/>
          <p:cNvSpPr/>
          <p:nvPr/>
        </p:nvSpPr>
        <p:spPr>
          <a:xfrm>
            <a:off x="4462272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DD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 sz="2400"/>
          </a:p>
        </p:txBody>
      </p:sp>
      <p:sp>
        <p:nvSpPr>
          <p:cNvPr id="8" name="Shape 6"/>
          <p:cNvSpPr/>
          <p:nvPr/>
        </p:nvSpPr>
        <p:spPr>
          <a:xfrm>
            <a:off x="4462272" y="1417320"/>
            <a:ext cx="109728" cy="3429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SG" sz="2400"/>
          </a:p>
        </p:txBody>
      </p:sp>
      <p:sp>
        <p:nvSpPr>
          <p:cNvPr id="9" name="Text 7"/>
          <p:cNvSpPr/>
          <p:nvPr/>
        </p:nvSpPr>
        <p:spPr>
          <a:xfrm>
            <a:off x="4718304" y="161848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28C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18304" y="2057400"/>
            <a:ext cx="278892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the request and coordinates the workflow.</a:t>
            </a:r>
            <a:endParaRPr lang="en-US" sz="1251" dirty="0"/>
          </a:p>
          <a:p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pet ownership</a:t>
            </a:r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decide next action</a:t>
            </a:r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choose view</a:t>
            </a:r>
            <a:endParaRPr lang="en-US" sz="1251" dirty="0"/>
          </a:p>
        </p:txBody>
      </p:sp>
      <p:sp>
        <p:nvSpPr>
          <p:cNvPr id="11" name="Shape 9"/>
          <p:cNvSpPr/>
          <p:nvPr/>
        </p:nvSpPr>
        <p:spPr>
          <a:xfrm>
            <a:off x="8321040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DD2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 sz="2400"/>
          </a:p>
        </p:txBody>
      </p:sp>
      <p:sp>
        <p:nvSpPr>
          <p:cNvPr id="12" name="Shape 10"/>
          <p:cNvSpPr/>
          <p:nvPr/>
        </p:nvSpPr>
        <p:spPr>
          <a:xfrm>
            <a:off x="8321040" y="1417320"/>
            <a:ext cx="109728" cy="3429000"/>
          </a:xfrm>
          <a:prstGeom prst="rect">
            <a:avLst/>
          </a:prstGeom>
          <a:solidFill>
            <a:srgbClr val="5DAE22"/>
          </a:solidFill>
          <a:ln w="12700">
            <a:solidFill>
              <a:srgbClr val="5DAE22"/>
            </a:solidFill>
            <a:prstDash val="solid"/>
          </a:ln>
        </p:spPr>
        <p:txBody>
          <a:bodyPr/>
          <a:lstStyle/>
          <a:p>
            <a:endParaRPr lang="en-SG" sz="2400"/>
          </a:p>
        </p:txBody>
      </p:sp>
      <p:sp>
        <p:nvSpPr>
          <p:cNvPr id="13" name="Text 11"/>
          <p:cNvSpPr/>
          <p:nvPr/>
        </p:nvSpPr>
        <p:spPr>
          <a:xfrm>
            <a:off x="8577072" y="161848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5DA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77072" y="2057400"/>
            <a:ext cx="278892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data and captures user input.</a:t>
            </a:r>
            <a:endParaRPr lang="en-US" sz="1251" dirty="0"/>
          </a:p>
          <a:p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list of pets</a:t>
            </a:r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selection</a:t>
            </a:r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checkout page</a:t>
            </a:r>
            <a:endParaRPr lang="en-US" sz="1251" dirty="0"/>
          </a:p>
          <a:p>
            <a:r>
              <a:rPr lang="en-US" sz="125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result</a:t>
            </a:r>
            <a:endParaRPr lang="en-US" sz="1251" dirty="0"/>
          </a:p>
        </p:txBody>
      </p:sp>
      <p:sp>
        <p:nvSpPr>
          <p:cNvPr id="15" name="Shape 13"/>
          <p:cNvSpPr/>
          <p:nvPr/>
        </p:nvSpPr>
        <p:spPr>
          <a:xfrm>
            <a:off x="3886200" y="2788920"/>
            <a:ext cx="438912" cy="310896"/>
          </a:xfrm>
          <a:prstGeom prst="chevron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SG" sz="2400"/>
          </a:p>
        </p:txBody>
      </p:sp>
      <p:sp>
        <p:nvSpPr>
          <p:cNvPr id="16" name="Shape 14"/>
          <p:cNvSpPr/>
          <p:nvPr/>
        </p:nvSpPr>
        <p:spPr>
          <a:xfrm>
            <a:off x="7744968" y="2788920"/>
            <a:ext cx="438912" cy="310896"/>
          </a:xfrm>
          <a:prstGeom prst="chevron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SG" sz="2400"/>
          </a:p>
        </p:txBody>
      </p:sp>
      <p:sp>
        <p:nvSpPr>
          <p:cNvPr id="17" name="Text 15"/>
          <p:cNvSpPr/>
          <p:nvPr/>
        </p:nvSpPr>
        <p:spPr>
          <a:xfrm>
            <a:off x="2834640" y="53218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1F7A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direct requests to the relevant controller.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9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13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94640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212529"/>
                </a:solidFill>
                <a:latin typeface="Arial Black"/>
              </a:rPr>
              <a:t>MVC responsibilities: What belongs where?</a:t>
            </a:r>
            <a:endParaRPr sz="2800" b="1" dirty="0">
              <a:solidFill>
                <a:srgbClr val="212529"/>
              </a:solidFill>
              <a:latin typeface="Arial Blac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45020"/>
            <a:ext cx="93268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6C757D"/>
                </a:solidFill>
                <a:latin typeface="Arial"/>
              </a:rPr>
              <a:t>Considerations </a:t>
            </a:r>
            <a:r>
              <a:rPr sz="1200" b="0" dirty="0">
                <a:solidFill>
                  <a:srgbClr val="6C757D"/>
                </a:solidFill>
                <a:latin typeface="Arial"/>
              </a:rPr>
              <a:t>before accepting any refactor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16152"/>
            <a:ext cx="1005840" cy="41148"/>
          </a:xfrm>
          <a:prstGeom prst="rect">
            <a:avLst/>
          </a:prstGeom>
          <a:solidFill>
            <a:srgbClr val="68B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73152" cy="1234440"/>
          </a:xfrm>
          <a:prstGeom prst="rect">
            <a:avLst/>
          </a:prstGeom>
          <a:solidFill>
            <a:srgbClr val="68B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664208"/>
            <a:ext cx="347472" cy="347472"/>
          </a:xfrm>
          <a:prstGeom prst="ellipse">
            <a:avLst/>
          </a:prstGeom>
          <a:solidFill>
            <a:srgbClr val="68B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618488"/>
            <a:ext cx="4279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529"/>
                </a:solidFill>
                <a:latin typeface="Arial"/>
              </a:rPr>
              <a:t>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6360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57D"/>
                </a:solidFill>
                <a:latin typeface="Arial"/>
              </a:rPr>
              <a:t>Maps method + path, applies middleware, delegates.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81328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81328"/>
            <a:ext cx="73152" cy="1234440"/>
          </a:xfrm>
          <a:prstGeom prst="rect">
            <a:avLst/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19088" y="1664208"/>
            <a:ext cx="347472" cy="347472"/>
          </a:xfrm>
          <a:prstGeom prst="ellipse">
            <a:avLst/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618488"/>
            <a:ext cx="4279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529"/>
                </a:solidFill>
                <a:latin typeface="Arial"/>
              </a:rP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11680"/>
            <a:ext cx="46360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57D"/>
                </a:solidFill>
                <a:latin typeface="Arial"/>
              </a:rPr>
              <a:t>Reads req, decides the flow, calls models, sends 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54096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054096"/>
            <a:ext cx="73152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86968" y="3236976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191256"/>
            <a:ext cx="4279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529"/>
                </a:solidFill>
                <a:latin typeface="Arial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46360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57D"/>
                </a:solidFill>
                <a:latin typeface="Arial"/>
              </a:rPr>
              <a:t>Contains SQL and returns data through callbacks.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054096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054096"/>
            <a:ext cx="73152" cy="1234440"/>
          </a:xfrm>
          <a:prstGeom prst="rect">
            <a:avLst/>
          </a:prstGeom>
          <a:solidFill>
            <a:srgbClr val="2A6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19088" y="3236976"/>
            <a:ext cx="347472" cy="347472"/>
          </a:xfrm>
          <a:prstGeom prst="ellipse">
            <a:avLst/>
          </a:prstGeom>
          <a:solidFill>
            <a:srgbClr val="2A6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3191256"/>
            <a:ext cx="4279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529"/>
                </a:solidFill>
                <a:latin typeface="Arial"/>
              </a:rP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584448"/>
            <a:ext cx="46360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57D"/>
                </a:solidFill>
                <a:latin typeface="Arial"/>
              </a:rPr>
              <a:t>Uses the data object passed to res.render(...).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54880"/>
            <a:ext cx="10652760" cy="77724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B54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956048"/>
            <a:ext cx="10195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54708"/>
                </a:solidFill>
                <a:latin typeface="Arial"/>
              </a:rPr>
              <a:t>Red flag: moving the same mixed code into controllers/ is not a proper MVC refactor.</a:t>
            </a:r>
          </a:p>
        </p:txBody>
      </p:sp>
    </p:spTree>
    <p:extLst>
      <p:ext uri="{BB962C8B-B14F-4D97-AF65-F5344CB8AC3E}">
        <p14:creationId xmlns:p14="http://schemas.microsoft.com/office/powerpoint/2010/main" val="1370177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709D50-23C2-9575-72A9-4D4E9C9397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719419"/>
            <a:ext cx="10899991" cy="461470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SG" dirty="0"/>
              <a:t>In your teams, discuss how you would reorganise the </a:t>
            </a:r>
            <a:r>
              <a:rPr lang="en-SG" b="1" dirty="0"/>
              <a:t>Add a New Pet</a:t>
            </a:r>
            <a:r>
              <a:rPr lang="en-SG" dirty="0"/>
              <a:t> feature using MVC. Identify the responsibilities of the Model, View and Controller, and explain how routes connect requests to the controller. Keep the feature’s existing behaviour unchanged.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1A4F1-0ABE-55FD-E89E-B7DEDD8AD5B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18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492BAB-E587-E1FA-8F7B-5DD044134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6504F9-F008-9973-1699-AA16531AB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478731"/>
              </p:ext>
            </p:extLst>
          </p:nvPr>
        </p:nvGraphicFramePr>
        <p:xfrm>
          <a:off x="838200" y="2881423"/>
          <a:ext cx="10515601" cy="370703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3614">
                  <a:extLst>
                    <a:ext uri="{9D8B030D-6E8A-4147-A177-3AD203B41FA5}">
                      <a16:colId xmlns:a16="http://schemas.microsoft.com/office/drawing/2014/main" val="57271509"/>
                    </a:ext>
                  </a:extLst>
                </a:gridCol>
                <a:gridCol w="2881423">
                  <a:extLst>
                    <a:ext uri="{9D8B030D-6E8A-4147-A177-3AD203B41FA5}">
                      <a16:colId xmlns:a16="http://schemas.microsoft.com/office/drawing/2014/main" val="4048432838"/>
                    </a:ext>
                  </a:extLst>
                </a:gridCol>
                <a:gridCol w="5920564">
                  <a:extLst>
                    <a:ext uri="{9D8B030D-6E8A-4147-A177-3AD203B41FA5}">
                      <a16:colId xmlns:a16="http://schemas.microsoft.com/office/drawing/2014/main" val="1477590998"/>
                    </a:ext>
                  </a:extLst>
                </a:gridCol>
              </a:tblGrid>
              <a:tr h="419004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600" b="1" dirty="0">
                          <a:effectLst/>
                        </a:rPr>
                        <a:t>Component</a:t>
                      </a:r>
                      <a:endParaRPr lang="en-SG" sz="16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600" b="1" dirty="0">
                          <a:effectLst/>
                        </a:rPr>
                        <a:t>Guiding question</a:t>
                      </a:r>
                      <a:endParaRPr lang="en-SG" sz="16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600" b="1" dirty="0">
                          <a:effectLst/>
                        </a:rPr>
                        <a:t>Team’s response</a:t>
                      </a:r>
                      <a:endParaRPr lang="en-SG" sz="16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2419856412"/>
                  </a:ext>
                </a:extLst>
              </a:tr>
              <a:tr h="702345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600" b="1" dirty="0">
                          <a:effectLst/>
                        </a:rPr>
                        <a:t>Model</a:t>
                      </a:r>
                      <a:endParaRPr lang="en-SG" sz="16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dirty="0">
                          <a:effectLst/>
                        </a:rPr>
                        <a:t>What database operations should this component handle?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40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148641082"/>
                  </a:ext>
                </a:extLst>
              </a:tr>
              <a:tr h="702345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600" b="1" dirty="0">
                          <a:effectLst/>
                        </a:rPr>
                        <a:t>View</a:t>
                      </a:r>
                      <a:endParaRPr lang="en-SG" sz="16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>
                          <a:effectLst/>
                        </a:rPr>
                        <a:t>What should the form display and allow the user to enter?</a:t>
                      </a:r>
                      <a:endParaRPr lang="en-SG" sz="14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40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2277460600"/>
                  </a:ext>
                </a:extLst>
              </a:tr>
              <a:tr h="941746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600" b="1" dirty="0">
                          <a:effectLst/>
                        </a:rPr>
                        <a:t>Controller</a:t>
                      </a:r>
                      <a:endParaRPr lang="en-SG" sz="16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>
                          <a:effectLst/>
                        </a:rPr>
                        <a:t>How should this component process the submitted data and decide what response to send?</a:t>
                      </a:r>
                      <a:endParaRPr lang="en-SG" sz="14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40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1343757737"/>
                  </a:ext>
                </a:extLst>
              </a:tr>
              <a:tr h="871889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600" b="1" dirty="0">
                          <a:effectLst/>
                        </a:rPr>
                        <a:t>Routes</a:t>
                      </a:r>
                      <a:endParaRPr lang="en-SG" sz="16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>
                          <a:effectLst/>
                        </a:rPr>
                        <a:t>Which requests should connect to which controller functions? What middleware is needed?</a:t>
                      </a:r>
                      <a:endParaRPr lang="en-SG" sz="14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381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400" b="0" i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38100"/>
                </a:tc>
                <a:extLst>
                  <a:ext uri="{0D108BD9-81ED-4DB2-BD59-A6C34878D82A}">
                    <a16:rowId xmlns:a16="http://schemas.microsoft.com/office/drawing/2014/main" val="263757938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F2866F0-6DD6-52C7-1210-25BE72B23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22613"/>
            <a:ext cx="1239752" cy="61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77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AE4F9-CEAC-C518-F76E-4985270A7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Assisted Coding</a:t>
            </a:r>
            <a:br>
              <a:rPr lang="en-US" dirty="0"/>
            </a:br>
            <a:br>
              <a:rPr lang="en-US" dirty="0"/>
            </a:br>
            <a:r>
              <a:rPr lang="en-US" sz="3200" dirty="0"/>
              <a:t>Responsible AI Use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94263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4D836F-7791-777C-DBCB-9A4392379B3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15600C-AC52-4A7A-B61A-C2D281744F97}" type="slidenum">
              <a:rPr lang="en-SG" smtClean="0"/>
              <a:pPr>
                <a:spcAft>
                  <a:spcPts val="600"/>
                </a:spcAft>
              </a:pPr>
              <a:t>20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7B648E-A4E0-1578-BD63-A1271130D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90" r="15929" b="1"/>
          <a:stretch>
            <a:fillRect/>
          </a:stretch>
        </p:blipFill>
        <p:spPr>
          <a:xfrm>
            <a:off x="5988307" y="1758950"/>
            <a:ext cx="5089268" cy="4489450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C38C27-16AB-8CD1-686F-2EB15807C6E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46100" y="1758950"/>
            <a:ext cx="5089268" cy="44894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700" b="1" dirty="0"/>
              <a:t>AI-assisted coding </a:t>
            </a:r>
            <a:r>
              <a:rPr lang="en-US" sz="1700" dirty="0"/>
              <a:t>is using AI tools to help you understand, write and modify code, as well as develop tests to check that it works as intended.</a:t>
            </a:r>
          </a:p>
          <a:p>
            <a:pPr marL="0" lvl="0" indent="0">
              <a:buNone/>
            </a:pPr>
            <a:endParaRPr lang="en-US" sz="1700" b="1" dirty="0"/>
          </a:p>
          <a:p>
            <a:pPr marL="0" lvl="0" indent="0">
              <a:buNone/>
            </a:pPr>
            <a:r>
              <a:rPr lang="en-SG" sz="1700" b="1" dirty="0"/>
              <a:t>As a student:</a:t>
            </a:r>
            <a:r>
              <a:rPr lang="en-SG" sz="1700" dirty="0"/>
              <a:t> Use AI to </a:t>
            </a:r>
            <a:r>
              <a:rPr lang="en-SG" sz="1700" b="1" dirty="0"/>
              <a:t>support your learning </a:t>
            </a:r>
            <a:r>
              <a:rPr lang="en-SG" sz="1700" dirty="0"/>
              <a:t>by exploring solutions and clarifying unfamiliar concepts. </a:t>
            </a:r>
            <a:r>
              <a:rPr lang="en-SG" sz="1700" dirty="0">
                <a:highlight>
                  <a:srgbClr val="FFFF00"/>
                </a:highlight>
              </a:rPr>
              <a:t>Make sure you understand the code you submit and can explain how it works</a:t>
            </a:r>
            <a:r>
              <a:rPr lang="en-SG" sz="1700" dirty="0"/>
              <a:t>.</a:t>
            </a:r>
          </a:p>
          <a:p>
            <a:pPr marL="0" lvl="0" indent="0">
              <a:buNone/>
            </a:pPr>
            <a:endParaRPr lang="en-SG" sz="1700" b="1" dirty="0"/>
          </a:p>
          <a:p>
            <a:pPr marL="0" lvl="0" indent="0">
              <a:buNone/>
            </a:pPr>
            <a:r>
              <a:rPr lang="en-SG" sz="1700" b="1" dirty="0"/>
              <a:t>As a future developer:</a:t>
            </a:r>
            <a:r>
              <a:rPr lang="en-SG" sz="1700" dirty="0"/>
              <a:t> Use AI to support implementation while you make decisions about requirements, software design and quality.</a:t>
            </a:r>
          </a:p>
          <a:p>
            <a:pPr marL="0" lvl="0" indent="0">
              <a:buNone/>
            </a:pPr>
            <a:endParaRPr lang="en-SG" sz="1700" dirty="0"/>
          </a:p>
          <a:p>
            <a:endParaRPr lang="en-SG" sz="17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24ECC9-4DB8-7709-7D1D-56B50A41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785814"/>
            <a:ext cx="10531410" cy="623667"/>
          </a:xfrm>
        </p:spPr>
        <p:txBody>
          <a:bodyPr anchor="ctr">
            <a:normAutofit/>
          </a:bodyPr>
          <a:lstStyle/>
          <a:p>
            <a:r>
              <a:rPr lang="en-SG" dirty="0"/>
              <a:t>What is AI-assisted coding?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4BBF3-26DD-B25C-CAA4-59C018BAD5B0}"/>
              </a:ext>
            </a:extLst>
          </p:cNvPr>
          <p:cNvSpPr txBox="1"/>
          <p:nvPr/>
        </p:nvSpPr>
        <p:spPr>
          <a:xfrm>
            <a:off x="5988307" y="6336259"/>
            <a:ext cx="28328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bg2">
                    <a:lumMod val="50000"/>
                  </a:schemeClr>
                </a:solidFill>
              </a:rPr>
              <a:t>Image generated with Google, Gemini, 2026</a:t>
            </a:r>
            <a:endParaRPr lang="en-SG" sz="1100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575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45101-23E4-F6DC-5C37-7EEDF5CA5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6C0180-8E7B-BA50-0E72-0F2111673D8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15600C-AC52-4A7A-B61A-C2D281744F97}" type="slidenum">
              <a:rPr lang="en-SG" smtClean="0"/>
              <a:pPr>
                <a:spcAft>
                  <a:spcPts val="600"/>
                </a:spcAft>
              </a:pPr>
              <a:t>21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CAFEF2-E72A-4C97-DAFB-35E384DAD3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41" r="32050"/>
          <a:stretch>
            <a:fillRect/>
          </a:stretch>
        </p:blipFill>
        <p:spPr>
          <a:xfrm>
            <a:off x="7905211" y="1758950"/>
            <a:ext cx="2999200" cy="4489450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BC2FFB-4D93-E2C9-8754-8E8F88B8077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46099" y="1758950"/>
            <a:ext cx="7236934" cy="44894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SG" b="1" dirty="0"/>
              <a:t>Programming fundamentals still matter:</a:t>
            </a:r>
            <a:r>
              <a:rPr lang="en-SG" dirty="0"/>
              <a:t> Apply your knowledge to judge whether a suggestion solves the right problem.</a:t>
            </a:r>
          </a:p>
          <a:p>
            <a:pPr marL="0" lvl="0" indent="0">
              <a:buNone/>
            </a:pPr>
            <a:endParaRPr lang="en-SG" b="1" dirty="0"/>
          </a:p>
          <a:p>
            <a:pPr marL="0" lvl="0" indent="0">
              <a:buNone/>
            </a:pPr>
            <a:r>
              <a:rPr lang="en-SG" b="1" dirty="0"/>
              <a:t>You remain responsible:</a:t>
            </a:r>
            <a:r>
              <a:rPr lang="en-SG" dirty="0"/>
              <a:t> AI-generated code can contain mistakes. Review and test it before accepting it. </a:t>
            </a:r>
          </a:p>
          <a:p>
            <a:pPr lvl="0"/>
            <a:endParaRPr lang="en-SG" b="1" dirty="0"/>
          </a:p>
          <a:p>
            <a:pPr marL="0" lvl="0" indent="0">
              <a:buNone/>
            </a:pPr>
            <a:r>
              <a:rPr lang="en-SG" b="1" dirty="0">
                <a:solidFill>
                  <a:srgbClr val="FF0000"/>
                </a:solidFill>
                <a:highlight>
                  <a:srgbClr val="FFFF00"/>
                </a:highlight>
              </a:rPr>
              <a:t>Key message:</a:t>
            </a:r>
            <a:r>
              <a:rPr lang="en-SG" dirty="0">
                <a:solidFill>
                  <a:srgbClr val="FF0000"/>
                </a:solidFill>
                <a:highlight>
                  <a:srgbClr val="FFFF00"/>
                </a:highlight>
              </a:rPr>
              <a:t> AI can support your work, but </a:t>
            </a:r>
            <a:r>
              <a:rPr lang="en-SG" b="1" dirty="0">
                <a:solidFill>
                  <a:srgbClr val="FF0000"/>
                </a:solidFill>
                <a:highlight>
                  <a:srgbClr val="FFFF00"/>
                </a:highlight>
              </a:rPr>
              <a:t>YOUR</a:t>
            </a:r>
            <a:r>
              <a:rPr lang="en-SG" dirty="0">
                <a:solidFill>
                  <a:srgbClr val="FF0000"/>
                </a:solidFill>
                <a:highlight>
                  <a:srgbClr val="FFFF00"/>
                </a:highlight>
              </a:rPr>
              <a:t> understanding and judgement remain essential.</a:t>
            </a:r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BE029D-A50D-D4EE-ADF5-4FF91BFA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785814"/>
            <a:ext cx="10531410" cy="623667"/>
          </a:xfrm>
        </p:spPr>
        <p:txBody>
          <a:bodyPr anchor="ctr">
            <a:normAutofit/>
          </a:bodyPr>
          <a:lstStyle/>
          <a:p>
            <a:r>
              <a:rPr lang="en-SG" dirty="0"/>
              <a:t>What is AI-assisted coding?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B5FD8-EDAB-6A63-746B-14C81BB9CD09}"/>
              </a:ext>
            </a:extLst>
          </p:cNvPr>
          <p:cNvSpPr txBox="1"/>
          <p:nvPr/>
        </p:nvSpPr>
        <p:spPr>
          <a:xfrm>
            <a:off x="8244748" y="6387948"/>
            <a:ext cx="28328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bg2">
                    <a:lumMod val="50000"/>
                  </a:schemeClr>
                </a:solidFill>
              </a:rPr>
              <a:t>Image generated with Google, Gemini, 2026</a:t>
            </a:r>
            <a:endParaRPr lang="en-SG" sz="1100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954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065964-FE65-AC37-6AD3-FC5F460F5B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593023"/>
            <a:ext cx="7175178" cy="4741102"/>
          </a:xfrm>
        </p:spPr>
        <p:txBody>
          <a:bodyPr wrap="square"/>
          <a:lstStyle/>
          <a:p>
            <a:pPr>
              <a:spcAft>
                <a:spcPts val="2000"/>
              </a:spcAft>
            </a:pPr>
            <a:r>
              <a:rPr lang="en-US" sz="1800" b="1" dirty="0"/>
              <a:t>Give clear instructions. </a:t>
            </a:r>
            <a:r>
              <a:rPr lang="en-US" sz="1800" dirty="0"/>
              <a:t>State the feature, relevant files and expected </a:t>
            </a:r>
            <a:r>
              <a:rPr lang="en-US" sz="1800" dirty="0" err="1"/>
              <a:t>behaviour</a:t>
            </a:r>
            <a:r>
              <a:rPr lang="en-US" sz="1800" dirty="0"/>
              <a:t>. For this task, preserve the existing workflow.</a:t>
            </a:r>
          </a:p>
          <a:p>
            <a:pPr>
              <a:spcAft>
                <a:spcPts val="2000"/>
              </a:spcAft>
            </a:pPr>
            <a:r>
              <a:rPr lang="en-US" sz="1800" b="1" dirty="0"/>
              <a:t>Ask for a plan first. </a:t>
            </a:r>
            <a:r>
              <a:rPr lang="en-US" sz="1800" dirty="0"/>
              <a:t>Have AI explain the current code and propose how to separate Model, View, Controller and routes.</a:t>
            </a:r>
          </a:p>
          <a:p>
            <a:pPr>
              <a:spcAft>
                <a:spcPts val="2000"/>
              </a:spcAft>
            </a:pPr>
            <a:r>
              <a:rPr lang="en-US" sz="1800" b="1" dirty="0"/>
              <a:t>Review before accepting. </a:t>
            </a:r>
            <a:r>
              <a:rPr lang="en-US" sz="1800" dirty="0"/>
              <a:t>Check that each responsibility belongs in the correct layer. Ask AI to explain unfamiliar code.</a:t>
            </a:r>
          </a:p>
          <a:p>
            <a:pPr>
              <a:spcAft>
                <a:spcPts val="2000"/>
              </a:spcAft>
            </a:pPr>
            <a:r>
              <a:rPr lang="en-US" sz="1800" b="1" dirty="0"/>
              <a:t>Work in small steps. </a:t>
            </a:r>
            <a:r>
              <a:rPr lang="en-US" sz="1800" dirty="0"/>
              <a:t>Keep a backup or Git checkpoint, then review and test each change before continuing.</a:t>
            </a:r>
          </a:p>
          <a:p>
            <a:pPr>
              <a:spcAft>
                <a:spcPts val="2000"/>
              </a:spcAft>
            </a:pPr>
            <a:r>
              <a:rPr lang="en-US" sz="1800" b="1" dirty="0"/>
              <a:t>Take responsibility for the result. </a:t>
            </a:r>
            <a:r>
              <a:rPr lang="en-US" sz="1800" dirty="0"/>
              <a:t>Verify successful actions and error cases. Be ready to explain how your code works.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FF294F-2562-195C-D07C-6D037045B09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22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8C3C89-6DD7-0000-D77A-0E59C2058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AI-assisted coding – YOUR Role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6E64BD-D441-7564-D4A0-D2A153DFB6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41" r="32050"/>
          <a:stretch>
            <a:fillRect/>
          </a:stretch>
        </p:blipFill>
        <p:spPr>
          <a:xfrm>
            <a:off x="7905211" y="1758950"/>
            <a:ext cx="2999200" cy="448945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382422-779B-B524-2CA5-4124E8AE097C}"/>
              </a:ext>
            </a:extLst>
          </p:cNvPr>
          <p:cNvSpPr txBox="1"/>
          <p:nvPr/>
        </p:nvSpPr>
        <p:spPr>
          <a:xfrm>
            <a:off x="8244748" y="6387948"/>
            <a:ext cx="28328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bg2">
                    <a:lumMod val="50000"/>
                  </a:schemeClr>
                </a:solidFill>
              </a:rPr>
              <a:t>Image generated with Google, Gemini, 2026</a:t>
            </a:r>
            <a:endParaRPr lang="en-SG" sz="1100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161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FACCBE-9137-AB3C-3364-97A72ED73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41" r="32050"/>
          <a:stretch>
            <a:fillRect/>
          </a:stretch>
        </p:blipFill>
        <p:spPr>
          <a:xfrm>
            <a:off x="8122381" y="1758950"/>
            <a:ext cx="2999200" cy="448945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25C40A-C730-EE95-8C48-D2FD780E230E}"/>
              </a:ext>
            </a:extLst>
          </p:cNvPr>
          <p:cNvSpPr txBox="1"/>
          <p:nvPr/>
        </p:nvSpPr>
        <p:spPr>
          <a:xfrm>
            <a:off x="8461918" y="6387948"/>
            <a:ext cx="28328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chemeClr val="bg2">
                    <a:lumMod val="50000"/>
                  </a:schemeClr>
                </a:solidFill>
              </a:rPr>
              <a:t>Image generated with Google, Gemini, 2026</a:t>
            </a:r>
            <a:endParaRPr lang="en-SG" sz="11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DF8C04-FD08-7623-C0F0-29713AA066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4" y="1593023"/>
            <a:ext cx="7270966" cy="4741102"/>
          </a:xfrm>
        </p:spPr>
        <p:txBody>
          <a:bodyPr/>
          <a:lstStyle/>
          <a:p>
            <a:pPr marL="0" lvl="0" indent="0">
              <a:lnSpc>
                <a:spcPct val="100000"/>
              </a:lnSpc>
              <a:buNone/>
            </a:pPr>
            <a:r>
              <a:rPr lang="en-SG" b="1" dirty="0"/>
              <a:t>General steps when you are using AI to assist in your coding: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SG" sz="1800" dirty="0"/>
              <a:t>Study the specification and record the application’s current behaviour.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SG" sz="1800" dirty="0"/>
              <a:t>Make a backup or Git checkpoint.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SG" sz="1800" dirty="0"/>
              <a:t>Submit the specification to Copilot (Or whichever GenAI tool you are using) and request a plan only.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SG" sz="1800" dirty="0"/>
              <a:t>Review the proposed plan against the specification and existing code.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SG" sz="1800" dirty="0"/>
              <a:t>Request corrections or approve the plan when satisfied.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SG" sz="1800" dirty="0"/>
              <a:t>Test that your application works as expected.</a:t>
            </a:r>
          </a:p>
          <a:p>
            <a:pPr>
              <a:lnSpc>
                <a:spcPct val="150000"/>
              </a:lnSpc>
            </a:pPr>
            <a:endParaRPr lang="en-SG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D6F36C-CB63-1E2B-312A-E773CE3FD7E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23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CEC8FB-1A2E-BFCD-986F-0C9B0ABB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AI-assisted coding – YOUR Role</a:t>
            </a:r>
          </a:p>
        </p:txBody>
      </p:sp>
    </p:spTree>
    <p:extLst>
      <p:ext uri="{BB962C8B-B14F-4D97-AF65-F5344CB8AC3E}">
        <p14:creationId xmlns:p14="http://schemas.microsoft.com/office/powerpoint/2010/main" val="2429143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61C18A-B360-0329-CBB7-FF6DA809D1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1800" dirty="0"/>
              <a:t>Open </a:t>
            </a:r>
            <a:r>
              <a:rPr lang="en-SG" sz="1800" b="1" dirty="0" err="1"/>
              <a:t>PetCareApp</a:t>
            </a:r>
            <a:r>
              <a:rPr lang="en-SG" sz="1800" b="1" dirty="0"/>
              <a:t> MVC Refactoring* Specification.docx</a:t>
            </a:r>
            <a:r>
              <a:rPr lang="en-SG" sz="1800" dirty="0"/>
              <a:t>. In your teams, study the document and complete the table below. </a:t>
            </a:r>
            <a:r>
              <a:rPr lang="en-SG" sz="1800" b="1" dirty="0"/>
              <a:t>Do not ask AI to edit the project yet.</a:t>
            </a:r>
          </a:p>
          <a:p>
            <a:pPr marL="0" indent="0">
              <a:buNone/>
            </a:pPr>
            <a:r>
              <a:rPr lang="en-SG" sz="1800" dirty="0"/>
              <a:t>Be ready to explain one proposed code move and one behaviour that must remain unchanged.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5044BC-D6C8-C111-ABED-8BD895C9761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24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FD0D46-405F-A008-EAA3-BFD5DDE10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174658"/>
            <a:ext cx="10531410" cy="1234824"/>
          </a:xfrm>
        </p:spPr>
        <p:txBody>
          <a:bodyPr/>
          <a:lstStyle/>
          <a:p>
            <a:r>
              <a:rPr lang="en-US" dirty="0"/>
              <a:t>Exercise 3</a:t>
            </a:r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5FD05B-25C1-685A-E53A-F876303AF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148702"/>
              </p:ext>
            </p:extLst>
          </p:nvPr>
        </p:nvGraphicFramePr>
        <p:xfrm>
          <a:off x="730033" y="2635254"/>
          <a:ext cx="10515601" cy="413768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037625">
                  <a:extLst>
                    <a:ext uri="{9D8B030D-6E8A-4147-A177-3AD203B41FA5}">
                      <a16:colId xmlns:a16="http://schemas.microsoft.com/office/drawing/2014/main" val="891209104"/>
                    </a:ext>
                  </a:extLst>
                </a:gridCol>
                <a:gridCol w="4919682">
                  <a:extLst>
                    <a:ext uri="{9D8B030D-6E8A-4147-A177-3AD203B41FA5}">
                      <a16:colId xmlns:a16="http://schemas.microsoft.com/office/drawing/2014/main" val="2354637713"/>
                    </a:ext>
                  </a:extLst>
                </a:gridCol>
                <a:gridCol w="3558294">
                  <a:extLst>
                    <a:ext uri="{9D8B030D-6E8A-4147-A177-3AD203B41FA5}">
                      <a16:colId xmlns:a16="http://schemas.microsoft.com/office/drawing/2014/main" val="3155004977"/>
                    </a:ext>
                  </a:extLst>
                </a:gridCol>
              </a:tblGrid>
              <a:tr h="389152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Questions to discuss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24242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Team’s Response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1236162073"/>
                  </a:ext>
                </a:extLst>
              </a:tr>
              <a:tr h="615326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is the specification asking you to change? Explain “structural refactor” in your own words.</a:t>
                      </a: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1456063423"/>
                  </a:ext>
                </a:extLst>
              </a:tr>
              <a:tr h="643614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must stay unchanged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 four behaviours that must be preserved. Why is preserving them important?</a:t>
                      </a: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2117497754"/>
                  </a:ext>
                </a:extLst>
              </a:tr>
              <a:tr h="615326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Responsibilities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Choose the Add a New Pet feature. Where should its routes, request handling, SQL and form belong after refactoring?</a:t>
                      </a:r>
                      <a:endParaRPr lang="en-SG" sz="11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133416622"/>
                  </a:ext>
                </a:extLst>
              </a:tr>
              <a:tr h="615326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Constraints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 two changes that are explicitly prohibited. Why might an apparently helpful “improvement” be outside the scope of this task?</a:t>
                      </a:r>
                      <a:endParaRPr lang="en-SG" sz="11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876832196"/>
                  </a:ext>
                </a:extLst>
              </a:tr>
              <a:tr h="615326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Evidence of success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 three checks you would perform to confirm that the refactored application still works as before.</a:t>
                      </a:r>
                      <a:endParaRPr lang="en-SG" sz="11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689234654"/>
                  </a:ext>
                </a:extLst>
              </a:tr>
              <a:tr h="643614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Questions or concerns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 any requirement you do not understand or need to check against the existing code.</a:t>
                      </a: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381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38100"/>
                </a:tc>
                <a:extLst>
                  <a:ext uri="{0D108BD9-81ED-4DB2-BD59-A6C34878D82A}">
                    <a16:rowId xmlns:a16="http://schemas.microsoft.com/office/drawing/2014/main" val="307743579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547DB84-7EE5-291E-E22F-D92B3F773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95018"/>
            <a:ext cx="1239752" cy="619876"/>
          </a:xfrm>
          <a:prstGeom prst="rect">
            <a:avLst/>
          </a:prstGeom>
        </p:spPr>
      </p:pic>
      <p:sp>
        <p:nvSpPr>
          <p:cNvPr id="9" name="Text 10">
            <a:extLst>
              <a:ext uri="{FF2B5EF4-FFF2-40B4-BE49-F238E27FC236}">
                <a16:creationId xmlns:a16="http://schemas.microsoft.com/office/drawing/2014/main" id="{486B4DF2-36B1-4617-FECC-805F5E32717B}"/>
              </a:ext>
            </a:extLst>
          </p:cNvPr>
          <p:cNvSpPr/>
          <p:nvPr/>
        </p:nvSpPr>
        <p:spPr>
          <a:xfrm>
            <a:off x="5099009" y="1095018"/>
            <a:ext cx="6882765" cy="365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70C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*A refactor reorganises code while preserving the intended user workflow.</a:t>
            </a:r>
            <a:endParaRPr 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235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F3571-415A-4C55-5BC2-FCF3CC97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Supervised Refactoring</a:t>
            </a:r>
            <a:br>
              <a:rPr lang="en-SG" dirty="0"/>
            </a:br>
            <a:br>
              <a:rPr lang="en-SG" dirty="0"/>
            </a:br>
            <a:r>
              <a:rPr lang="en-US" sz="2800" dirty="0"/>
              <a:t>VS Code with GitHub Copilot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53672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823BDD-F662-80E9-0595-621CCBBDD5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593023"/>
            <a:ext cx="6390857" cy="4741102"/>
          </a:xfrm>
        </p:spPr>
        <p:txBody>
          <a:bodyPr/>
          <a:lstStyle/>
          <a:p>
            <a:r>
              <a:rPr lang="en-SG" dirty="0"/>
              <a:t>As a student, you can </a:t>
            </a:r>
            <a:r>
              <a:rPr lang="en-US" dirty="0"/>
              <a:t>access GitHub Copilot for free.</a:t>
            </a:r>
          </a:p>
          <a:p>
            <a:r>
              <a:rPr lang="en-US" dirty="0"/>
              <a:t>Apply here: </a:t>
            </a:r>
            <a:r>
              <a:rPr lang="en-SG" dirty="0">
                <a:hlinkClick r:id="rId3"/>
              </a:rPr>
              <a:t>https://docs.github.com/en/education/about-github-education/github-education-for-students/apply-to-github-education-as-a-student</a:t>
            </a:r>
            <a:r>
              <a:rPr lang="en-SG" dirty="0"/>
              <a:t> </a:t>
            </a:r>
          </a:p>
          <a:p>
            <a:endParaRPr lang="en-SG" dirty="0"/>
          </a:p>
          <a:p>
            <a:r>
              <a:rPr lang="en-SG" dirty="0"/>
              <a:t>Follow the instructions from GitHub.</a:t>
            </a:r>
          </a:p>
          <a:p>
            <a:endParaRPr lang="en-SG" dirty="0"/>
          </a:p>
          <a:p>
            <a:r>
              <a:rPr lang="en-SG" dirty="0"/>
              <a:t>If you have already created a </a:t>
            </a:r>
            <a:r>
              <a:rPr lang="en-SG" dirty="0">
                <a:hlinkClick r:id="rId4"/>
              </a:rPr>
              <a:t>GitHub Student Developer Pack - GitHub Education</a:t>
            </a:r>
            <a:r>
              <a:rPr lang="en-SG" dirty="0"/>
              <a:t> you should have access to GitHub Copilot. </a:t>
            </a:r>
          </a:p>
          <a:p>
            <a:r>
              <a:rPr lang="en-SG" dirty="0"/>
              <a:t>Click on your profile icon at the top right, select “Copilot settings” to view your copilot access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303FE7-0A97-59E3-5772-8434A673159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26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01369B-9002-0C4F-08B2-3CACCBA6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Copilot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FF93B-FA7C-8A4B-5151-384FA26EF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576" y="1384865"/>
            <a:ext cx="3501391" cy="45413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1443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A3A673-55C8-3AB1-DEFD-6766C1649B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245870"/>
            <a:ext cx="6790907" cy="508825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1800" dirty="0"/>
              <a:t>In your C372 VS Code workspace, create a new folder named </a:t>
            </a:r>
            <a:r>
              <a:rPr lang="en-US" sz="1800" b="1" dirty="0"/>
              <a:t>Week02</a:t>
            </a:r>
            <a:r>
              <a:rPr lang="en-US" sz="1800" dirty="0"/>
              <a:t>. </a:t>
            </a:r>
          </a:p>
          <a:p>
            <a:pPr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/>
              <a:t>In the </a:t>
            </a:r>
            <a:r>
              <a:rPr lang="en-US" sz="1800" b="1" dirty="0"/>
              <a:t>Resources</a:t>
            </a:r>
            <a:r>
              <a:rPr lang="en-US" sz="1800" dirty="0"/>
              <a:t> folder provided to you, you should find a folder named </a:t>
            </a:r>
            <a:r>
              <a:rPr lang="en-US" sz="1800" b="1" dirty="0" err="1"/>
              <a:t>PetCareApp</a:t>
            </a:r>
            <a:endParaRPr lang="en-US" sz="1800" b="1" dirty="0"/>
          </a:p>
          <a:p>
            <a:pPr>
              <a:lnSpc>
                <a:spcPct val="110000"/>
              </a:lnSpc>
            </a:pPr>
            <a:endParaRPr lang="en-US" sz="1800" b="1" dirty="0"/>
          </a:p>
          <a:p>
            <a:pPr>
              <a:lnSpc>
                <a:spcPct val="110000"/>
              </a:lnSpc>
            </a:pPr>
            <a:r>
              <a:rPr lang="en-US" sz="1800" dirty="0"/>
              <a:t>Right click on </a:t>
            </a:r>
            <a:r>
              <a:rPr lang="en-US" sz="1800" b="1" dirty="0" err="1"/>
              <a:t>PetCareApp</a:t>
            </a:r>
            <a:r>
              <a:rPr lang="en-US" sz="1800" dirty="0"/>
              <a:t> folder and copy this folder. (Ctrl-C)</a:t>
            </a:r>
          </a:p>
          <a:p>
            <a:pPr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/>
              <a:t>Go to </a:t>
            </a:r>
            <a:r>
              <a:rPr lang="en-US" sz="1800" b="1" dirty="0"/>
              <a:t>Week02</a:t>
            </a:r>
            <a:r>
              <a:rPr lang="en-US" sz="1800" dirty="0"/>
              <a:t> folder in VS Code and paste </a:t>
            </a:r>
            <a:r>
              <a:rPr lang="en-US" sz="1800" b="1" dirty="0" err="1"/>
              <a:t>PetCareApp</a:t>
            </a:r>
            <a:r>
              <a:rPr lang="en-US" sz="1800" dirty="0"/>
              <a:t> into </a:t>
            </a:r>
            <a:r>
              <a:rPr lang="en-US" sz="1800" b="1" dirty="0"/>
              <a:t>Week02</a:t>
            </a:r>
            <a:r>
              <a:rPr lang="en-US" sz="1800" dirty="0"/>
              <a:t> folder. (Ctrl-V)</a:t>
            </a:r>
          </a:p>
          <a:p>
            <a:pPr>
              <a:lnSpc>
                <a:spcPct val="110000"/>
              </a:lnSpc>
            </a:pP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dirty="0"/>
              <a:t>Check that </a:t>
            </a:r>
            <a:r>
              <a:rPr lang="en-US" sz="1800" b="1" dirty="0" err="1"/>
              <a:t>PetCareApp</a:t>
            </a:r>
            <a:r>
              <a:rPr lang="en-US" sz="1800" dirty="0"/>
              <a:t> is </a:t>
            </a:r>
            <a:r>
              <a:rPr lang="en-US" sz="1800" u="sng" dirty="0"/>
              <a:t>within</a:t>
            </a:r>
            <a:r>
              <a:rPr lang="en-US" sz="1800" dirty="0"/>
              <a:t> </a:t>
            </a:r>
            <a:r>
              <a:rPr lang="en-US" sz="1800" b="1" dirty="0"/>
              <a:t>Week02</a:t>
            </a:r>
            <a:r>
              <a:rPr lang="en-US" sz="1800" dirty="0"/>
              <a:t> folder. It should look similar to the screenshot here.</a:t>
            </a:r>
          </a:p>
          <a:p>
            <a:endParaRPr lang="en-SG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51C7E2-6EF2-527B-669F-7B24233F1BE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27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7770A3-866A-FCEA-F2A1-1C83BABA7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262890"/>
            <a:ext cx="10531410" cy="1146591"/>
          </a:xfrm>
        </p:spPr>
        <p:txBody>
          <a:bodyPr/>
          <a:lstStyle/>
          <a:p>
            <a:r>
              <a:rPr lang="en-US" dirty="0"/>
              <a:t>Exercise 4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9BE947-1977-9D50-3DAD-6CDB06C7F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721" y="1097647"/>
            <a:ext cx="3445271" cy="3964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52417E-9214-1B21-EC33-38D80313C1A5}"/>
              </a:ext>
            </a:extLst>
          </p:cNvPr>
          <p:cNvSpPr txBox="1"/>
          <p:nvPr/>
        </p:nvSpPr>
        <p:spPr>
          <a:xfrm>
            <a:off x="7427484" y="5503128"/>
            <a:ext cx="4647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Note: This is the same </a:t>
            </a:r>
            <a:r>
              <a:rPr lang="en-US" sz="1200" dirty="0" err="1">
                <a:solidFill>
                  <a:srgbClr val="0070C0"/>
                </a:solidFill>
              </a:rPr>
              <a:t>PetCareApp</a:t>
            </a:r>
            <a:r>
              <a:rPr lang="en-US" sz="1200" dirty="0">
                <a:solidFill>
                  <a:srgbClr val="0070C0"/>
                </a:solidFill>
              </a:rPr>
              <a:t> as from Week 1. You may also copy from Week01 folder but do not copy the </a:t>
            </a:r>
            <a:r>
              <a:rPr lang="en-US" sz="1200" dirty="0" err="1">
                <a:solidFill>
                  <a:srgbClr val="0070C0"/>
                </a:solidFill>
              </a:rPr>
              <a:t>node_modules</a:t>
            </a:r>
            <a:r>
              <a:rPr lang="en-US" sz="1200" dirty="0">
                <a:solidFill>
                  <a:srgbClr val="0070C0"/>
                </a:solidFill>
              </a:rPr>
              <a:t> as there are many files and it will take quite long to copy all the files over.</a:t>
            </a:r>
            <a:endParaRPr lang="en-SG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486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9EE025-D488-2577-D5F5-C5C235A5E1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593023"/>
            <a:ext cx="5956517" cy="4741102"/>
          </a:xfrm>
        </p:spPr>
        <p:txBody>
          <a:bodyPr/>
          <a:lstStyle/>
          <a:p>
            <a:r>
              <a:rPr lang="en-SG" dirty="0"/>
              <a:t>We will be using Copilot in VS Code to assist us in creating the model and controller.</a:t>
            </a:r>
          </a:p>
          <a:p>
            <a:endParaRPr lang="en-SG" dirty="0"/>
          </a:p>
          <a:p>
            <a:r>
              <a:rPr lang="en-SG" dirty="0">
                <a:highlight>
                  <a:srgbClr val="FFFF00"/>
                </a:highlight>
              </a:rPr>
              <a:t>You will need to be logged in to GitHub in </a:t>
            </a:r>
            <a:r>
              <a:rPr lang="en-SG" dirty="0" err="1">
                <a:highlight>
                  <a:srgbClr val="FFFF00"/>
                </a:highlight>
              </a:rPr>
              <a:t>VSCode</a:t>
            </a:r>
            <a:endParaRPr lang="en-SG" dirty="0">
              <a:highlight>
                <a:srgbClr val="FFFF00"/>
              </a:highlight>
            </a:endParaRPr>
          </a:p>
          <a:p>
            <a:endParaRPr lang="en-SG" dirty="0"/>
          </a:p>
          <a:p>
            <a:r>
              <a:rPr lang="en-SG" dirty="0"/>
              <a:t>In VS Code, go to </a:t>
            </a:r>
            <a:r>
              <a:rPr lang="en-SG" b="1" dirty="0"/>
              <a:t>View &gt; Chat</a:t>
            </a:r>
            <a:r>
              <a:rPr lang="en-SG" dirty="0"/>
              <a:t>, the Chat box should open, usually on the right panel.</a:t>
            </a:r>
            <a:endParaRPr lang="en-SG" b="1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D156A6-DD30-E561-266B-0C2E31A7F45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28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3F798E-7EA4-B9BD-FD3E-59A4788F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Copilot in VS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11C6A-B98E-9864-2A58-678752B84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430" y="1409481"/>
            <a:ext cx="4791744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79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45AB03-4CFD-7FAA-752C-3250B0CA82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29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4D8649-326E-6D0E-D4F3-DBC74226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Copilot in VS Code - </a:t>
            </a:r>
            <a:r>
              <a:rPr lang="en-US" dirty="0"/>
              <a:t>Modes</a:t>
            </a:r>
            <a:endParaRPr lang="en-SG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D8E2863-AB5E-9914-E1B0-726C03582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778785"/>
              </p:ext>
            </p:extLst>
          </p:nvPr>
        </p:nvGraphicFramePr>
        <p:xfrm>
          <a:off x="987742" y="2274570"/>
          <a:ext cx="9939338" cy="3992332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975500">
                  <a:extLst>
                    <a:ext uri="{9D8B030D-6E8A-4147-A177-3AD203B41FA5}">
                      <a16:colId xmlns:a16="http://schemas.microsoft.com/office/drawing/2014/main" val="2305504302"/>
                    </a:ext>
                  </a:extLst>
                </a:gridCol>
                <a:gridCol w="6963838">
                  <a:extLst>
                    <a:ext uri="{9D8B030D-6E8A-4147-A177-3AD203B41FA5}">
                      <a16:colId xmlns:a16="http://schemas.microsoft.com/office/drawing/2014/main" val="3183522612"/>
                    </a:ext>
                  </a:extLst>
                </a:gridCol>
              </a:tblGrid>
              <a:tr h="498941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2000" b="1" dirty="0">
                          <a:effectLst/>
                        </a:rPr>
                        <a:t>Option</a:t>
                      </a:r>
                      <a:endParaRPr lang="en-SG" sz="20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2000" b="1" dirty="0">
                          <a:effectLst/>
                        </a:rPr>
                        <a:t>What it does</a:t>
                      </a:r>
                      <a:endParaRPr lang="en-SG" sz="20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1645942420"/>
                  </a:ext>
                </a:extLst>
              </a:tr>
              <a:tr h="1239399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2000" b="0" dirty="0">
                          <a:effectLst/>
                        </a:rPr>
                        <a:t>Agent</a:t>
                      </a:r>
                      <a:endParaRPr lang="en-SG" sz="20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800" b="1" dirty="0">
                          <a:effectLst/>
                        </a:rPr>
                        <a:t>Works on coding tasks</a:t>
                      </a:r>
                      <a:r>
                        <a:rPr lang="en-SG" sz="1800" dirty="0">
                          <a:effectLst/>
                        </a:rPr>
                        <a:t> by inspecting the project, editing files and using tools such as terminal commands or tests, subject to permissions. You should review its changes.</a:t>
                      </a:r>
                      <a:endParaRPr lang="en-SG" sz="18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2250173905"/>
                  </a:ext>
                </a:extLst>
              </a:tr>
              <a:tr h="1106529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2000" b="0" dirty="0">
                          <a:effectLst/>
                        </a:rPr>
                        <a:t>Ask</a:t>
                      </a:r>
                      <a:endParaRPr lang="en-SG" sz="20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800" dirty="0">
                          <a:effectLst/>
                        </a:rPr>
                        <a:t>Answers questions and explains code </a:t>
                      </a:r>
                      <a:r>
                        <a:rPr lang="en-SG" sz="1800" b="1" dirty="0">
                          <a:effectLst/>
                        </a:rPr>
                        <a:t>without directly changing project files</a:t>
                      </a:r>
                      <a:r>
                        <a:rPr lang="en-SG" sz="1800" dirty="0">
                          <a:effectLst/>
                        </a:rPr>
                        <a:t>. It can suggest code for you to review and apply yourself.</a:t>
                      </a:r>
                      <a:endParaRPr lang="en-SG" sz="18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946244687"/>
                  </a:ext>
                </a:extLst>
              </a:tr>
              <a:tr h="1147463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2000" b="0" dirty="0">
                          <a:effectLst/>
                        </a:rPr>
                        <a:t>Configure Custom Agents</a:t>
                      </a:r>
                      <a:endParaRPr lang="en-SG" sz="20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800" dirty="0">
                          <a:effectLst/>
                        </a:rPr>
                        <a:t>Creates or manages specialised agents with reusable instructions and selected tools. This is a configuration option, not another chat mode.</a:t>
                      </a:r>
                      <a:endParaRPr lang="en-SG" sz="18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38100"/>
                </a:tc>
                <a:extLst>
                  <a:ext uri="{0D108BD9-81ED-4DB2-BD59-A6C34878D82A}">
                    <a16:rowId xmlns:a16="http://schemas.microsoft.com/office/drawing/2014/main" val="194710291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36A42EE-9E32-5795-6979-03B13825B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578" y="960120"/>
            <a:ext cx="2898608" cy="112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20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8EF1F-024C-E6F0-A2B6-6B8B0856FC7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15600C-AC52-4A7A-B61A-C2D281744F97}" type="slidenum">
              <a:rPr lang="en-SG" smtClean="0"/>
              <a:pPr>
                <a:spcAft>
                  <a:spcPts val="600"/>
                </a:spcAft>
              </a:pPr>
              <a:t>30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65C637-D394-F116-DEC7-E8A448C170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09" r="22610" b="1"/>
          <a:stretch>
            <a:fillRect/>
          </a:stretch>
        </p:blipFill>
        <p:spPr>
          <a:xfrm>
            <a:off x="5988307" y="1758950"/>
            <a:ext cx="5089268" cy="4489450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5BAC39-63D0-09B0-1084-7B0D8A27183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46100" y="1758950"/>
            <a:ext cx="5089268" cy="4489450"/>
          </a:xfrm>
        </p:spPr>
        <p:txBody>
          <a:bodyPr>
            <a:normAutofit/>
          </a:bodyPr>
          <a:lstStyle/>
          <a:p>
            <a:r>
              <a:rPr lang="en-US"/>
              <a:t>What is context? </a:t>
            </a:r>
          </a:p>
          <a:p>
            <a:pPr lvl="1"/>
            <a:r>
              <a:rPr lang="en-US"/>
              <a:t>The information AI uses to understand your task, such as project files, requirements, existing code and error messages.</a:t>
            </a:r>
          </a:p>
          <a:p>
            <a:pPr lvl="1"/>
            <a:endParaRPr lang="en-US"/>
          </a:p>
          <a:p>
            <a:r>
              <a:rPr lang="en-US"/>
              <a:t>Why does it matter? </a:t>
            </a:r>
          </a:p>
          <a:p>
            <a:pPr lvl="1"/>
            <a:r>
              <a:rPr lang="en-US"/>
              <a:t>Relevant context helps AI suggest changes that fit your application rather than give a generic solution.</a:t>
            </a:r>
          </a:p>
          <a:p>
            <a:pPr lvl="1"/>
            <a:endParaRPr lang="en-US"/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01C55D-63DE-D07F-A375-46D8FD85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785814"/>
            <a:ext cx="10531410" cy="623667"/>
          </a:xfrm>
        </p:spPr>
        <p:txBody>
          <a:bodyPr anchor="ctr">
            <a:normAutofit/>
          </a:bodyPr>
          <a:lstStyle/>
          <a:p>
            <a:r>
              <a:rPr lang="en-SG" dirty="0"/>
              <a:t>Providing context to AI</a:t>
            </a:r>
          </a:p>
        </p:txBody>
      </p:sp>
    </p:spTree>
    <p:extLst>
      <p:ext uri="{BB962C8B-B14F-4D97-AF65-F5344CB8AC3E}">
        <p14:creationId xmlns:p14="http://schemas.microsoft.com/office/powerpoint/2010/main" val="1629233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17117-A3C3-48E2-C788-60C36D64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472022-DEDD-5955-5DEB-D0524CCA2A3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780174" y="6518753"/>
            <a:ext cx="40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15600C-AC52-4A7A-B61A-C2D281744F97}" type="slidenum">
              <a:rPr lang="en-SG" smtClean="0"/>
              <a:pPr>
                <a:spcAft>
                  <a:spcPts val="600"/>
                </a:spcAft>
              </a:pPr>
              <a:t>31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72F59B-FC11-841C-070E-8B367691F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00" r="20319" b="1"/>
          <a:stretch>
            <a:fillRect/>
          </a:stretch>
        </p:blipFill>
        <p:spPr>
          <a:xfrm>
            <a:off x="5988307" y="1758950"/>
            <a:ext cx="5089268" cy="4489450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89BFD3-117F-EEC6-3831-EA9B10B5789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46100" y="1758950"/>
            <a:ext cx="5089268" cy="4489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Give both the task and the background </a:t>
            </a:r>
          </a:p>
          <a:p>
            <a:pPr lvl="1"/>
            <a:r>
              <a:rPr lang="en-US" sz="1800" dirty="0"/>
              <a:t>Explain what you want to achieve, which code is involved and what must remain unchanged.</a:t>
            </a:r>
          </a:p>
          <a:p>
            <a:endParaRPr lang="en-US" dirty="0"/>
          </a:p>
          <a:p>
            <a:r>
              <a:rPr lang="en-US" dirty="0"/>
              <a:t>Include relevant files</a:t>
            </a:r>
          </a:p>
          <a:p>
            <a:pPr lvl="1"/>
            <a:r>
              <a:rPr lang="en-US" sz="1800" dirty="0"/>
              <a:t>Add the project folder or specific files so Copilot can examine the code related to your request.</a:t>
            </a:r>
          </a:p>
          <a:p>
            <a:endParaRPr lang="en-US" dirty="0"/>
          </a:p>
          <a:p>
            <a:r>
              <a:rPr lang="en-US" dirty="0"/>
              <a:t>Check its understanding</a:t>
            </a:r>
          </a:p>
          <a:p>
            <a:pPr lvl="1"/>
            <a:r>
              <a:rPr lang="en-US" sz="1800" dirty="0"/>
              <a:t>Ask Copilot to explain the current implementation before proposing changes. Providing context does not guarantee a correct answer.</a:t>
            </a:r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105BE3-DC15-52DD-880D-F60ADF217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65" y="785814"/>
            <a:ext cx="10531410" cy="623667"/>
          </a:xfrm>
        </p:spPr>
        <p:txBody>
          <a:bodyPr anchor="ctr">
            <a:normAutofit/>
          </a:bodyPr>
          <a:lstStyle/>
          <a:p>
            <a:r>
              <a:rPr lang="en-SG" dirty="0"/>
              <a:t>Providing context to AI</a:t>
            </a:r>
          </a:p>
        </p:txBody>
      </p:sp>
    </p:spTree>
    <p:extLst>
      <p:ext uri="{BB962C8B-B14F-4D97-AF65-F5344CB8AC3E}">
        <p14:creationId xmlns:p14="http://schemas.microsoft.com/office/powerpoint/2010/main" val="2046939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1CD507-EC9C-FD0A-C5E4-9C40913526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593023"/>
            <a:ext cx="6040732" cy="47411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enhance the quality of results, it's important to provide relevant context. For this exercise, that means including details from the </a:t>
            </a:r>
            <a:r>
              <a:rPr lang="en-US" b="1" dirty="0" err="1"/>
              <a:t>PetCareApp</a:t>
            </a:r>
            <a:r>
              <a:rPr lang="en-US" dirty="0"/>
              <a:t> project.</a:t>
            </a:r>
          </a:p>
          <a:p>
            <a:pPr lvl="1">
              <a:lnSpc>
                <a:spcPct val="100000"/>
              </a:lnSpc>
            </a:pPr>
            <a:r>
              <a:rPr lang="en-SG" sz="1800" dirty="0"/>
              <a:t>Right-click on the folder </a:t>
            </a:r>
            <a:r>
              <a:rPr lang="en-SG" sz="1800" b="1" dirty="0" err="1"/>
              <a:t>PetCareApp</a:t>
            </a:r>
            <a:r>
              <a:rPr lang="en-SG" sz="1800" dirty="0"/>
              <a:t> within </a:t>
            </a:r>
            <a:r>
              <a:rPr lang="en-SG" sz="1800" b="1" dirty="0"/>
              <a:t>Week02</a:t>
            </a:r>
            <a:r>
              <a:rPr lang="en-SG" sz="1800" dirty="0"/>
              <a:t> folder</a:t>
            </a:r>
          </a:p>
          <a:p>
            <a:pPr lvl="1">
              <a:lnSpc>
                <a:spcPct val="150000"/>
              </a:lnSpc>
            </a:pPr>
            <a:r>
              <a:rPr lang="en-SG" sz="1800" dirty="0"/>
              <a:t>Select </a:t>
            </a:r>
            <a:r>
              <a:rPr lang="en-SG" sz="1800" b="1" dirty="0"/>
              <a:t>Add Folder to Chat</a:t>
            </a:r>
          </a:p>
          <a:p>
            <a:pPr>
              <a:lnSpc>
                <a:spcPct val="100000"/>
              </a:lnSpc>
            </a:pPr>
            <a:endParaRPr lang="en-SG" dirty="0"/>
          </a:p>
          <a:p>
            <a:pPr>
              <a:lnSpc>
                <a:spcPct val="100000"/>
              </a:lnSpc>
            </a:pPr>
            <a:endParaRPr lang="en-SG" dirty="0"/>
          </a:p>
          <a:p>
            <a:pPr marL="0" indent="0">
              <a:lnSpc>
                <a:spcPct val="100000"/>
              </a:lnSpc>
              <a:buNone/>
            </a:pPr>
            <a:r>
              <a:rPr lang="en-SG" dirty="0"/>
              <a:t>Once added, you should see the </a:t>
            </a:r>
            <a:r>
              <a:rPr lang="en-SG" b="1" dirty="0" err="1"/>
              <a:t>PetCareApp</a:t>
            </a:r>
            <a:r>
              <a:rPr lang="en-SG" dirty="0"/>
              <a:t> project added as shown here. </a:t>
            </a:r>
          </a:p>
          <a:p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846E97-F205-89E3-E463-24A5459473B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32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BDC037-E454-BBDE-88B9-58621282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Exercise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9FF50-F58B-C5A4-1EDC-542C7A145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88" y="1097647"/>
            <a:ext cx="3134162" cy="3534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1E12C8-88F9-F0D2-0F83-93F22B79A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48" y="4821078"/>
            <a:ext cx="4834843" cy="18997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DD11E0C-B300-82C5-A193-35A83C79DC46}"/>
              </a:ext>
            </a:extLst>
          </p:cNvPr>
          <p:cNvSpPr/>
          <p:nvPr/>
        </p:nvSpPr>
        <p:spPr>
          <a:xfrm>
            <a:off x="8926830" y="3817620"/>
            <a:ext cx="1915720" cy="37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A367C7-85E0-EF26-5DB6-320E67D88852}"/>
              </a:ext>
            </a:extLst>
          </p:cNvPr>
          <p:cNvSpPr/>
          <p:nvPr/>
        </p:nvSpPr>
        <p:spPr>
          <a:xfrm>
            <a:off x="6858048" y="5383163"/>
            <a:ext cx="1234392" cy="37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21447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F7F4A4-7521-4E67-336F-D8281D3009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Write a prompt asking Copilot to </a:t>
            </a:r>
            <a:r>
              <a:rPr lang="en-US" dirty="0" err="1"/>
              <a:t>analyse</a:t>
            </a:r>
            <a:r>
              <a:rPr lang="en-US" dirty="0"/>
              <a:t> the </a:t>
            </a:r>
            <a:r>
              <a:rPr lang="en-US" dirty="0" err="1"/>
              <a:t>PetCareApp</a:t>
            </a:r>
            <a:r>
              <a:rPr lang="en-US" dirty="0"/>
              <a:t> project and explain how the </a:t>
            </a:r>
            <a:r>
              <a:rPr lang="en-US" b="1" dirty="0"/>
              <a:t>Add a New Pet</a:t>
            </a:r>
            <a:r>
              <a:rPr lang="en-US" dirty="0"/>
              <a:t> feature works. Use the </a:t>
            </a:r>
            <a:r>
              <a:rPr lang="en-US" b="1" dirty="0"/>
              <a:t>Ask</a:t>
            </a:r>
            <a:r>
              <a:rPr lang="en-US" dirty="0"/>
              <a:t> mode.</a:t>
            </a:r>
          </a:p>
          <a:p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FF1704-771B-C19F-C085-7D83B3F44A8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33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F0F425-345E-3DD5-EFAD-CE4311BB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</a:t>
            </a:r>
            <a:endParaRPr lang="en-S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11264E-D1FA-DB54-523E-24013EEB6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672162"/>
              </p:ext>
            </p:extLst>
          </p:nvPr>
        </p:nvGraphicFramePr>
        <p:xfrm>
          <a:off x="838200" y="2676874"/>
          <a:ext cx="10515600" cy="3657251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4579620">
                  <a:extLst>
                    <a:ext uri="{9D8B030D-6E8A-4147-A177-3AD203B41FA5}">
                      <a16:colId xmlns:a16="http://schemas.microsoft.com/office/drawing/2014/main" val="1532026981"/>
                    </a:ext>
                  </a:extLst>
                </a:gridCol>
                <a:gridCol w="5935980">
                  <a:extLst>
                    <a:ext uri="{9D8B030D-6E8A-4147-A177-3AD203B41FA5}">
                      <a16:colId xmlns:a16="http://schemas.microsoft.com/office/drawing/2014/main" val="3574953480"/>
                    </a:ext>
                  </a:extLst>
                </a:gridCol>
              </a:tblGrid>
              <a:tr h="480077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to record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Response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242656552"/>
                  </a:ext>
                </a:extLst>
              </a:tr>
              <a:tr h="530423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Original prompt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1715417234"/>
                  </a:ext>
                </a:extLst>
              </a:tr>
              <a:tr h="530423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Context provided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2238109278"/>
                  </a:ext>
                </a:extLst>
              </a:tr>
              <a:tr h="530423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findings from Copilot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3856564674"/>
                  </a:ext>
                </a:extLst>
              </a:tr>
              <a:tr h="530423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claims we checked, with code references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2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754505758"/>
                  </a:ext>
                </a:extLst>
              </a:tr>
              <a:tr h="530423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was missing, unclear or incorrect?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3611280816"/>
                  </a:ext>
                </a:extLst>
              </a:tr>
              <a:tr h="525059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Revised prompt and what improved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2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38100"/>
                </a:tc>
                <a:extLst>
                  <a:ext uri="{0D108BD9-81ED-4DB2-BD59-A6C34878D82A}">
                    <a16:rowId xmlns:a16="http://schemas.microsoft.com/office/drawing/2014/main" val="1619710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33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643F00-64F4-E548-DC2B-3A1C62B68A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SG" sz="1800" dirty="0"/>
              <a:t>Push your code to </a:t>
            </a:r>
            <a:r>
              <a:rPr lang="en-SG" sz="1800" dirty="0" err="1"/>
              <a:t>Github</a:t>
            </a:r>
            <a:r>
              <a:rPr lang="en-SG" sz="1800" dirty="0"/>
              <a:t> (Make it a habit to do so regularly at appropriate times.)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1800" dirty="0"/>
              <a:t>Right-click </a:t>
            </a:r>
            <a:r>
              <a:rPr lang="en-SG" sz="1800" b="1" dirty="0" err="1"/>
              <a:t>PetCareApp</a:t>
            </a:r>
            <a:r>
              <a:rPr lang="en-SG" sz="1800" dirty="0"/>
              <a:t> from </a:t>
            </a:r>
            <a:r>
              <a:rPr lang="en-SG" sz="1800" b="1" dirty="0"/>
              <a:t>Week02</a:t>
            </a:r>
            <a:r>
              <a:rPr lang="en-SG" sz="1800" dirty="0"/>
              <a:t> folder, Select </a:t>
            </a:r>
            <a:r>
              <a:rPr lang="en-SG" sz="1800" b="1" dirty="0"/>
              <a:t>“Add Folder to Chat”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1800" dirty="0"/>
              <a:t>Copy the specifications from </a:t>
            </a:r>
            <a:r>
              <a:rPr lang="en-SG" sz="1800" b="1" dirty="0" err="1"/>
              <a:t>PetCareApp</a:t>
            </a:r>
            <a:r>
              <a:rPr lang="en-SG" sz="1800" b="1" dirty="0"/>
              <a:t> MVC Refactoring Specification.docx </a:t>
            </a:r>
            <a:r>
              <a:rPr lang="en-SG" sz="1800" dirty="0"/>
              <a:t>and paste it into </a:t>
            </a:r>
            <a:r>
              <a:rPr lang="en-SG" sz="1800" b="1" dirty="0"/>
              <a:t>GitHub Copilot. </a:t>
            </a:r>
            <a:endParaRPr lang="en-SG" sz="1800" dirty="0"/>
          </a:p>
          <a:p>
            <a:pPr marL="457200" indent="-457200">
              <a:buFont typeface="+mj-lt"/>
              <a:buAutoNum type="arabicPeriod"/>
            </a:pPr>
            <a:r>
              <a:rPr lang="en-SG" sz="1800" dirty="0"/>
              <a:t>Change to </a:t>
            </a:r>
            <a:r>
              <a:rPr lang="en-SG" sz="1800" b="1" dirty="0"/>
              <a:t>Agent </a:t>
            </a:r>
            <a:r>
              <a:rPr lang="en-SG" sz="1800" dirty="0"/>
              <a:t>mode in the chat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1800" dirty="0"/>
              <a:t>Submit the prompt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1800" dirty="0"/>
              <a:t>Observe the output. It should show you:</a:t>
            </a:r>
          </a:p>
          <a:p>
            <a:pPr lvl="1"/>
            <a:r>
              <a:rPr lang="en-SG" sz="1400" dirty="0"/>
              <a:t>An inventory of the existing routes and behaviour </a:t>
            </a:r>
          </a:p>
          <a:p>
            <a:pPr lvl="1"/>
            <a:r>
              <a:rPr lang="en-SG" sz="1400" dirty="0"/>
              <a:t>Proposed MVC folder structure and file mapping </a:t>
            </a:r>
          </a:p>
          <a:p>
            <a:pPr lvl="1"/>
            <a:r>
              <a:rPr lang="en-SG" sz="1400" dirty="0"/>
              <a:t>A staged migration plan</a:t>
            </a:r>
          </a:p>
          <a:p>
            <a:pPr marL="0" indent="0">
              <a:buNone/>
            </a:pPr>
            <a:r>
              <a:rPr lang="en-SG" sz="1800" b="1" dirty="0">
                <a:solidFill>
                  <a:srgbClr val="FF0000"/>
                </a:solidFill>
              </a:rPr>
              <a:t>Do not approve any edits yet.</a:t>
            </a:r>
            <a:endParaRPr lang="en-SG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SG" sz="1800" dirty="0"/>
              <a:t>Although it is in Agent mode, it still stops before editing the files to check for you approval. Why?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ABA4B-9725-22F8-A57F-0F7B4F9B10F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34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ADB956-72D8-0BB7-F270-E76895C0C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7</a:t>
            </a:r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C4463A-B0E5-C2C4-CA98-15C576577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365482"/>
              </p:ext>
            </p:extLst>
          </p:nvPr>
        </p:nvGraphicFramePr>
        <p:xfrm>
          <a:off x="834390" y="5612131"/>
          <a:ext cx="10515599" cy="905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15599">
                  <a:extLst>
                    <a:ext uri="{9D8B030D-6E8A-4147-A177-3AD203B41FA5}">
                      <a16:colId xmlns:a16="http://schemas.microsoft.com/office/drawing/2014/main" val="960686779"/>
                    </a:ext>
                  </a:extLst>
                </a:gridCol>
              </a:tblGrid>
              <a:tr h="905536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020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17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6C240F-53FB-03EA-C1C3-B942031D3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Review Copilot’s proposed plan against the specification and existing code. </a:t>
            </a:r>
          </a:p>
          <a:p>
            <a:pPr marL="0" indent="0">
              <a:buNone/>
            </a:pPr>
            <a:r>
              <a:rPr lang="en-SG" b="1" dirty="0">
                <a:solidFill>
                  <a:srgbClr val="FF0000"/>
                </a:solidFill>
              </a:rPr>
              <a:t>Do not approve any edits yet.</a:t>
            </a:r>
            <a:endParaRPr lang="en-S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SG" dirty="0"/>
              <a:t>Complete the checks below and record evidence for your decision.</a:t>
            </a:r>
          </a:p>
          <a:p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5C153E-907E-7B73-19CC-89FC10BB474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35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97445A-94B0-4145-C6DC-E0BF3414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8</a:t>
            </a:r>
            <a:endParaRPr lang="en-S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101132-25CA-D383-2DEE-047625CD3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142432"/>
              </p:ext>
            </p:extLst>
          </p:nvPr>
        </p:nvGraphicFramePr>
        <p:xfrm>
          <a:off x="838200" y="2969386"/>
          <a:ext cx="10515600" cy="332854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201883">
                  <a:extLst>
                    <a:ext uri="{9D8B030D-6E8A-4147-A177-3AD203B41FA5}">
                      <a16:colId xmlns:a16="http://schemas.microsoft.com/office/drawing/2014/main" val="3642882102"/>
                    </a:ext>
                  </a:extLst>
                </a:gridCol>
                <a:gridCol w="4808517">
                  <a:extLst>
                    <a:ext uri="{9D8B030D-6E8A-4147-A177-3AD203B41FA5}">
                      <a16:colId xmlns:a16="http://schemas.microsoft.com/office/drawing/2014/main" val="20297321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947760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to verify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Evidence</a:t>
                      </a:r>
                      <a:endParaRPr lang="en-SG" sz="14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403521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 accuracy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Choose one route. Do its HTTP method, URL and middleware match the existing code?</a:t>
                      </a: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286758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MVC responsibilities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Add a New Pet, does the plan correctly separate routes, request handling, SQL and the form?</a:t>
                      </a: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1625502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Scope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Does the plan preserve existing behaviour and avoid adding features or unrelated improvements? Identify any omissions or concerns.</a:t>
                      </a: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3237008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Migration steps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Does the plan break the refactor into manageable stages with checks before proceeding?</a:t>
                      </a:r>
                      <a:endParaRPr lang="en-SG" sz="11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/>
                </a:tc>
                <a:extLst>
                  <a:ext uri="{0D108BD9-81ED-4DB2-BD59-A6C34878D82A}">
                    <a16:rowId xmlns:a16="http://schemas.microsoft.com/office/drawing/2014/main" val="3993453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Readiness</a:t>
                      </a:r>
                      <a:endParaRPr lang="en-SG" sz="14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101600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lang="en-SG" sz="1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Have you recorded the current behaviour and created a backup or Git checkpoint?</a:t>
                      </a:r>
                      <a:endParaRPr lang="en-SG" sz="11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3810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19048"/>
                        </a:lnSpc>
                        <a:spcBef>
                          <a:spcPts val="1200"/>
                        </a:spcBef>
                        <a:spcAft>
                          <a:spcPts val="150"/>
                        </a:spcAft>
                        <a:buNone/>
                      </a:pPr>
                      <a:endParaRPr lang="en-SG" sz="11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101600" marB="38100"/>
                </a:tc>
                <a:extLst>
                  <a:ext uri="{0D108BD9-81ED-4DB2-BD59-A6C34878D82A}">
                    <a16:rowId xmlns:a16="http://schemas.microsoft.com/office/drawing/2014/main" val="947417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587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22D2F7-3497-12EE-726A-2851D6AAD6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Depending on your earlier response in the previous exercise, make your decision:</a:t>
            </a:r>
          </a:p>
          <a:p>
            <a:pPr lvl="0"/>
            <a:r>
              <a:rPr lang="en-SG" b="1" dirty="0"/>
              <a:t>Approve:</a:t>
            </a:r>
            <a:r>
              <a:rPr lang="en-SG" dirty="0"/>
              <a:t> The plan matches the specification and your checks support proceeding.</a:t>
            </a:r>
          </a:p>
          <a:p>
            <a:pPr lvl="0"/>
            <a:r>
              <a:rPr lang="en-SG" b="1" dirty="0"/>
              <a:t>Request corrections:</a:t>
            </a:r>
            <a:r>
              <a:rPr lang="en-SG" dirty="0"/>
              <a:t> You found a specific error, omission or out-of-scope change.</a:t>
            </a:r>
          </a:p>
          <a:p>
            <a:pPr lvl="0"/>
            <a:r>
              <a:rPr lang="en-SG" b="1" dirty="0"/>
              <a:t>Ask for clarification:</a:t>
            </a:r>
            <a:r>
              <a:rPr lang="en-SG" dirty="0"/>
              <a:t> Part of the plan is unclear or lacks enough detail to verify.</a:t>
            </a:r>
          </a:p>
          <a:p>
            <a:endParaRPr lang="en-S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3B7F22-9DF3-A62B-437C-6B4D8919D0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36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136D0A-F055-C87F-6C18-926552B57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9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62814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FEA55-5EBB-5BF3-E119-9FB01D69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1CFB16-E1A0-7CEA-B5E2-AC64A0B28E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0033" y="1593023"/>
            <a:ext cx="10870088" cy="4741102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After resolving concerns, approve the first stage. Review the changed files and test that stage before allowing Copilot to continue.</a:t>
            </a:r>
            <a:endParaRPr lang="en-SG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696AED-56D2-C7F1-9C1B-D2F1652FFD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015600C-AC52-4A7A-B61A-C2D281744F97}" type="slidenum">
              <a:rPr lang="en-SG" smtClean="0"/>
              <a:pPr/>
              <a:t>37</a:t>
            </a:fld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B11A8C-8346-B4B6-5100-2718BF0C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10</a:t>
            </a:r>
            <a:endParaRPr lang="en-SG" dirty="0"/>
          </a:p>
        </p:txBody>
      </p:sp>
      <p:graphicFrame>
        <p:nvGraphicFramePr>
          <p:cNvPr id="6" name="MVC verification checklist table">
            <a:extLst>
              <a:ext uri="{FF2B5EF4-FFF2-40B4-BE49-F238E27FC236}">
                <a16:creationId xmlns:a16="http://schemas.microsoft.com/office/drawing/2014/main" id="{94768E76-714E-CC15-897F-FEE7E4444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725912"/>
              </p:ext>
            </p:extLst>
          </p:nvPr>
        </p:nvGraphicFramePr>
        <p:xfrm>
          <a:off x="5869172" y="2412457"/>
          <a:ext cx="5911002" cy="3105841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37257">
                  <a:extLst>
                    <a:ext uri="{9D8B030D-6E8A-4147-A177-3AD203B41FA5}">
                      <a16:colId xmlns:a16="http://schemas.microsoft.com/office/drawing/2014/main" val="3642882102"/>
                    </a:ext>
                  </a:extLst>
                </a:gridCol>
                <a:gridCol w="3610768">
                  <a:extLst>
                    <a:ext uri="{9D8B030D-6E8A-4147-A177-3AD203B41FA5}">
                      <a16:colId xmlns:a16="http://schemas.microsoft.com/office/drawing/2014/main" val="2029732184"/>
                    </a:ext>
                  </a:extLst>
                </a:gridCol>
                <a:gridCol w="762977">
                  <a:extLst>
                    <a:ext uri="{9D8B030D-6E8A-4147-A177-3AD203B41FA5}">
                      <a16:colId xmlns:a16="http://schemas.microsoft.com/office/drawing/2014/main" val="494776027"/>
                    </a:ext>
                  </a:extLst>
                </a:gridCol>
              </a:tblGrid>
              <a:tr h="309814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</a:t>
                      </a:r>
                      <a:endParaRPr lang="en-SG" sz="10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to verify</a:t>
                      </a:r>
                      <a:endParaRPr lang="en-SG" sz="10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  <a:endParaRPr lang="en-SG" sz="1000" b="1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extLst>
                  <a:ext uri="{0D108BD9-81ED-4DB2-BD59-A6C34878D82A}">
                    <a16:rowId xmlns:a16="http://schemas.microsoft.com/office/drawing/2014/main" val="4035217244"/>
                  </a:ext>
                </a:extLst>
              </a:tr>
              <a:tr h="684315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Responsibilities are separated</a:t>
                      </a:r>
                      <a:endParaRPr lang="en-SG" sz="10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Routes map requests, controllers handle requests and responses, models contain SQL, and views contain EJS presentation code.</a:t>
                      </a:r>
                      <a:endParaRPr lang="en-SG" sz="8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0" i="0" dirty="0">
                          <a:solidFill>
                            <a:srgbClr val="24242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□</a:t>
                      </a:r>
                    </a:p>
                  </a:txBody>
                  <a:tcPr marL="109728" marR="109728" marT="64008" anchor="ctr"/>
                </a:tc>
                <a:extLst>
                  <a:ext uri="{0D108BD9-81ED-4DB2-BD59-A6C34878D82A}">
                    <a16:rowId xmlns:a16="http://schemas.microsoft.com/office/drawing/2014/main" val="2867583577"/>
                  </a:ext>
                </a:extLst>
              </a:tr>
              <a:tr h="497065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Routes remain consistent</a:t>
                      </a:r>
                      <a:endParaRPr lang="en-SG" sz="10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 methods, URLs and middleware order match the original application.</a:t>
                      </a:r>
                      <a:endParaRPr lang="en-SG" sz="800" b="0" i="0" dirty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0" i="0" dirty="0">
                          <a:solidFill>
                            <a:srgbClr val="24242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□</a:t>
                      </a:r>
                    </a:p>
                  </a:txBody>
                  <a:tcPr marL="109728" marR="109728" marT="64008" anchor="ctr"/>
                </a:tc>
                <a:extLst>
                  <a:ext uri="{0D108BD9-81ED-4DB2-BD59-A6C34878D82A}">
                    <a16:rowId xmlns:a16="http://schemas.microsoft.com/office/drawing/2014/main" val="1625502600"/>
                  </a:ext>
                </a:extLst>
              </a:tr>
              <a:tr h="59967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Existing features still work</a:t>
                      </a:r>
                      <a:endParaRPr lang="en-SG" sz="10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 login/logout, pet selection, search, journal add/edit/delete, and adding a pet with a photo.</a:t>
                      </a:r>
                      <a:endParaRPr lang="en-SG" sz="8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0" i="0" dirty="0">
                          <a:solidFill>
                            <a:srgbClr val="24242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□</a:t>
                      </a:r>
                    </a:p>
                  </a:txBody>
                  <a:tcPr marL="109728" marR="109728" marT="64008" anchor="ctr"/>
                </a:tc>
                <a:extLst>
                  <a:ext uri="{0D108BD9-81ED-4DB2-BD59-A6C34878D82A}">
                    <a16:rowId xmlns:a16="http://schemas.microsoft.com/office/drawing/2014/main" val="3237008083"/>
                  </a:ext>
                </a:extLst>
              </a:tr>
              <a:tr h="497065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controls still work</a:t>
                      </a:r>
                      <a:endParaRPr lang="en-SG" sz="10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 users cannot access admin pages. The admin walkthrough succeeds.</a:t>
                      </a:r>
                      <a:endParaRPr lang="en-SG" sz="8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0" i="0" dirty="0">
                          <a:solidFill>
                            <a:srgbClr val="24242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□</a:t>
                      </a:r>
                    </a:p>
                  </a:txBody>
                  <a:tcPr marL="109728" marR="109728" marT="64008" anchor="ctr"/>
                </a:tc>
                <a:extLst>
                  <a:ext uri="{0D108BD9-81ED-4DB2-BD59-A6C34878D82A}">
                    <a16:rowId xmlns:a16="http://schemas.microsoft.com/office/drawing/2014/main" val="3993453885"/>
                  </a:ext>
                </a:extLst>
              </a:tr>
              <a:tr h="517904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refactor stays within scope</a:t>
                      </a:r>
                      <a:endParaRPr lang="en-SG" sz="10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unintended changes to the database schema, redirects, uploads or existing behaviour.</a:t>
                      </a:r>
                      <a:endParaRPr lang="en-SG" sz="800" b="0" i="0">
                        <a:solidFill>
                          <a:srgbClr val="242424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9728" marR="109728" marT="64008" anchor="ctr"/>
                </a:tc>
                <a:tc>
                  <a:txBody>
                    <a:bodyPr/>
                    <a:lstStyle/>
                    <a:p>
                      <a:pPr marL="0" marR="0" algn="ct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100" b="0" i="0" dirty="0">
                          <a:solidFill>
                            <a:srgbClr val="242424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□</a:t>
                      </a:r>
                    </a:p>
                  </a:txBody>
                  <a:tcPr marL="109728" marR="109728" marT="64008" anchor="ctr"/>
                </a:tc>
                <a:extLst>
                  <a:ext uri="{0D108BD9-81ED-4DB2-BD59-A6C34878D82A}">
                    <a16:rowId xmlns:a16="http://schemas.microsoft.com/office/drawing/2014/main" val="94741768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5CBFC7-D32D-BF5D-6E3D-84D5001292E5}"/>
              </a:ext>
            </a:extLst>
          </p:cNvPr>
          <p:cNvSpPr txBox="1"/>
          <p:nvPr/>
        </p:nvSpPr>
        <p:spPr>
          <a:xfrm>
            <a:off x="5811870" y="2135458"/>
            <a:ext cx="2601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/>
              <a:t>MVC refactor verification checklist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8E836BE-2CDE-4336-53CE-3018AFDACE0C}"/>
              </a:ext>
            </a:extLst>
          </p:cNvPr>
          <p:cNvSpPr txBox="1">
            <a:spLocks/>
          </p:cNvSpPr>
          <p:nvPr/>
        </p:nvSpPr>
        <p:spPr>
          <a:xfrm>
            <a:off x="730033" y="2559106"/>
            <a:ext cx="4926488" cy="38579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Right-click on </a:t>
            </a:r>
            <a:r>
              <a:rPr lang="en-US" sz="1800" b="1" dirty="0" err="1"/>
              <a:t>PetCareApp</a:t>
            </a:r>
            <a:r>
              <a:rPr lang="en-US" sz="1800" dirty="0"/>
              <a:t> in </a:t>
            </a:r>
            <a:r>
              <a:rPr lang="en-US" sz="1800" b="1" dirty="0"/>
              <a:t>Week02</a:t>
            </a:r>
            <a:r>
              <a:rPr lang="en-US" sz="1800" dirty="0"/>
              <a:t> folder, select </a:t>
            </a:r>
            <a:r>
              <a:rPr lang="en-US" sz="1800" b="1" dirty="0"/>
              <a:t>Open in Integrated Terminal</a:t>
            </a:r>
          </a:p>
          <a:p>
            <a:r>
              <a:rPr lang="en-SG" sz="1800" dirty="0"/>
              <a:t>Run the command: </a:t>
            </a:r>
            <a:r>
              <a:rPr lang="en-SG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SG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install</a:t>
            </a:r>
          </a:p>
          <a:p>
            <a:r>
              <a:rPr lang="en-SG" sz="1800" dirty="0"/>
              <a:t>Run the command: </a:t>
            </a:r>
            <a:r>
              <a:rPr lang="en-SG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 app.js</a:t>
            </a:r>
          </a:p>
          <a:p>
            <a:r>
              <a:rPr lang="en-SG" sz="1800" dirty="0"/>
              <a:t>Use the MVC refactor verification checklist to check that all features work as expected. </a:t>
            </a:r>
          </a:p>
          <a:p>
            <a:r>
              <a:rPr lang="en-SG" sz="1800" dirty="0"/>
              <a:t>If there are errors, or unexpected behaviour, copy the error or describe the issue to copilot.</a:t>
            </a:r>
          </a:p>
        </p:txBody>
      </p:sp>
    </p:spTree>
    <p:extLst>
      <p:ext uri="{BB962C8B-B14F-4D97-AF65-F5344CB8AC3E}">
        <p14:creationId xmlns:p14="http://schemas.microsoft.com/office/powerpoint/2010/main" val="1207418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FFD053-E89F-D03E-FF52-4E6CB7C0F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Refer to </a:t>
            </a:r>
            <a:r>
              <a:rPr lang="en-US">
                <a:highlight>
                  <a:srgbClr val="FFFF00"/>
                </a:highlight>
              </a:rPr>
              <a:t>Section D </a:t>
            </a:r>
            <a:r>
              <a:rPr lang="en-US" dirty="0">
                <a:highlight>
                  <a:srgbClr val="FFFF00"/>
                </a:highlight>
              </a:rPr>
              <a:t>in your worksheet </a:t>
            </a:r>
            <a:endParaRPr lang="en-SG" dirty="0">
              <a:highlight>
                <a:srgbClr val="FFFF00"/>
              </a:highlight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5D7515-B733-3873-8B7C-29511FC6B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CA1 </a:t>
            </a:r>
            <a:br>
              <a:rPr lang="en-US" dirty="0"/>
            </a:br>
            <a:r>
              <a:rPr lang="en-SG" sz="3600" dirty="0"/>
              <a:t>Code Check-in and AI Journal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89504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3BE0-1A5E-6B41-7CC3-480D96BD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059FB8-4555-F212-41DC-1BFFA3D4B94E}"/>
              </a:ext>
            </a:extLst>
          </p:cNvPr>
          <p:cNvSpPr txBox="1"/>
          <p:nvPr/>
        </p:nvSpPr>
        <p:spPr>
          <a:xfrm>
            <a:off x="548640" y="512064"/>
            <a:ext cx="946404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700" b="1" dirty="0">
                <a:solidFill>
                  <a:srgbClr val="212529"/>
                </a:solidFill>
                <a:latin typeface="Arial Black"/>
              </a:rPr>
              <a:t>Summary</a:t>
            </a:r>
            <a:endParaRPr sz="2700" b="1" dirty="0">
              <a:solidFill>
                <a:srgbClr val="212529"/>
              </a:solidFill>
              <a:latin typeface="Arial Blac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3653E6-AC67-94AC-029F-50DBAABAC585}"/>
              </a:ext>
            </a:extLst>
          </p:cNvPr>
          <p:cNvSpPr txBox="1"/>
          <p:nvPr/>
        </p:nvSpPr>
        <p:spPr>
          <a:xfrm>
            <a:off x="548640" y="1371600"/>
            <a:ext cx="5745834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 algn="l">
              <a:spcAft>
                <a:spcPts val="1000"/>
              </a:spcAft>
            </a:pPr>
            <a:r>
              <a:rPr lang="en-US" dirty="0">
                <a:solidFill>
                  <a:srgbClr val="212529"/>
                </a:solidFill>
                <a:latin typeface="Arial"/>
              </a:rPr>
              <a:t>In this lesson, you have:</a:t>
            </a:r>
            <a:r>
              <a:rPr dirty="0">
                <a:solidFill>
                  <a:srgbClr val="212529"/>
                </a:solidFill>
                <a:latin typeface="Arial"/>
              </a:rPr>
              <a:t>  </a:t>
            </a:r>
            <a:endParaRPr lang="en-US" dirty="0">
              <a:solidFill>
                <a:srgbClr val="212529"/>
              </a:solidFill>
              <a:latin typeface="Arial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529"/>
                </a:solidFill>
                <a:latin typeface="Arial"/>
              </a:rPr>
              <a:t>Explained Separation of Concerns and the roles of Model, View, Controller and routes.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529"/>
                </a:solidFill>
                <a:latin typeface="Arial"/>
              </a:rPr>
              <a:t>Traced how requests and data move through an MVC application.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529"/>
                </a:solidFill>
                <a:latin typeface="Arial"/>
              </a:rPr>
              <a:t>Used clear Copilot prompts and checked its explanations against the code.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529"/>
                </a:solidFill>
                <a:latin typeface="Arial"/>
              </a:rPr>
              <a:t>Reviewed the refactoring plan against the specification before approving edits.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12529"/>
                </a:solidFill>
                <a:latin typeface="Arial"/>
              </a:rPr>
              <a:t>Reorganised</a:t>
            </a:r>
            <a:r>
              <a:rPr lang="en-US" sz="1600" dirty="0">
                <a:solidFill>
                  <a:srgbClr val="212529"/>
                </a:solidFill>
                <a:latin typeface="Arial"/>
              </a:rPr>
              <a:t> </a:t>
            </a:r>
            <a:r>
              <a:rPr lang="en-US" sz="1600" dirty="0" err="1">
                <a:solidFill>
                  <a:srgbClr val="212529"/>
                </a:solidFill>
                <a:latin typeface="Arial"/>
              </a:rPr>
              <a:t>PetCareApp</a:t>
            </a:r>
            <a:r>
              <a:rPr lang="en-US" sz="1600" dirty="0">
                <a:solidFill>
                  <a:srgbClr val="212529"/>
                </a:solidFill>
                <a:latin typeface="Arial"/>
              </a:rPr>
              <a:t> into an MVC structure with clearly separated responsibilities.</a:t>
            </a:r>
            <a:endParaRPr sz="1600" dirty="0">
              <a:solidFill>
                <a:srgbClr val="212529"/>
              </a:solidFill>
              <a:latin typeface="Arial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rgbClr val="212529"/>
                </a:solidFill>
                <a:latin typeface="Arial"/>
              </a:rPr>
              <a:t>Tested the refactored application </a:t>
            </a:r>
            <a:r>
              <a:rPr sz="1600" dirty="0">
                <a:solidFill>
                  <a:srgbClr val="212529"/>
                </a:solidFill>
                <a:latin typeface="Arial"/>
              </a:rPr>
              <a:t>to </a:t>
            </a:r>
            <a:r>
              <a:rPr lang="en-US" sz="1600" dirty="0">
                <a:solidFill>
                  <a:srgbClr val="212529"/>
                </a:solidFill>
                <a:latin typeface="Arial"/>
              </a:rPr>
              <a:t>verify that its existing </a:t>
            </a:r>
            <a:r>
              <a:rPr lang="en-US" sz="1600" dirty="0" err="1">
                <a:solidFill>
                  <a:srgbClr val="212529"/>
                </a:solidFill>
                <a:latin typeface="Arial"/>
              </a:rPr>
              <a:t>behaviour</a:t>
            </a:r>
            <a:r>
              <a:rPr lang="en-US" sz="1600" dirty="0">
                <a:solidFill>
                  <a:srgbClr val="212529"/>
                </a:solidFill>
                <a:latin typeface="Arial"/>
              </a:rPr>
              <a:t> stayed unchanged.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E7924F-303C-12DE-B858-A07219D4C444}"/>
              </a:ext>
            </a:extLst>
          </p:cNvPr>
          <p:cNvSpPr/>
          <p:nvPr/>
        </p:nvSpPr>
        <p:spPr>
          <a:xfrm>
            <a:off x="6400800" y="1645920"/>
            <a:ext cx="5120640" cy="1005840"/>
          </a:xfrm>
          <a:prstGeom prst="round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Before (Week 01)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onsolas"/>
              </a:rPr>
              <a:t>app.js: routes + </a:t>
            </a:r>
            <a:r>
              <a:rPr lang="en-SG" sz="1000">
                <a:solidFill>
                  <a:srgbClr val="FFFFFF"/>
                </a:solidFill>
                <a:latin typeface="Consolas"/>
              </a:rPr>
              <a:t>request handling + </a:t>
            </a:r>
            <a:r>
              <a:rPr sz="1000">
                <a:solidFill>
                  <a:srgbClr val="FFFFFF"/>
                </a:solidFill>
                <a:latin typeface="Consolas"/>
              </a:rPr>
              <a:t>SQL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82642E05-51D9-6A22-672F-7A3707C690CA}"/>
              </a:ext>
            </a:extLst>
          </p:cNvPr>
          <p:cNvSpPr/>
          <p:nvPr/>
        </p:nvSpPr>
        <p:spPr>
          <a:xfrm>
            <a:off x="8686800" y="2834640"/>
            <a:ext cx="548640" cy="457200"/>
          </a:xfrm>
          <a:prstGeom prst="rightArrow">
            <a:avLst/>
          </a:prstGeom>
          <a:solidFill>
            <a:srgbClr val="ADB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423C1F9-1B43-8D70-71B6-EA32BA4AAF98}"/>
              </a:ext>
            </a:extLst>
          </p:cNvPr>
          <p:cNvSpPr/>
          <p:nvPr/>
        </p:nvSpPr>
        <p:spPr>
          <a:xfrm>
            <a:off x="6400800" y="3566160"/>
            <a:ext cx="5120640" cy="1463040"/>
          </a:xfrm>
          <a:prstGeom prst="roundRect">
            <a:avLst/>
          </a:prstGeom>
          <a:solidFill>
            <a:srgbClr val="68B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After (Week 02)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onsolas"/>
              </a:rPr>
              <a:t>routes / controllers / models / views / middleware / config</a:t>
            </a:r>
          </a:p>
        </p:txBody>
      </p:sp>
    </p:spTree>
    <p:extLst>
      <p:ext uri="{BB962C8B-B14F-4D97-AF65-F5344CB8AC3E}">
        <p14:creationId xmlns:p14="http://schemas.microsoft.com/office/powerpoint/2010/main" val="862891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 marL="0" indent="0">
              <a:spcAft>
                <a:spcPts val="800"/>
              </a:spcAft>
              <a:buNone/>
            </a:pPr>
            <a:r>
              <a:rPr lang="en-US" b="1" dirty="0"/>
              <a:t>Check in your code using VS Code</a:t>
            </a:r>
          </a:p>
          <a:p>
            <a:pPr marL="342900" lvl="1" indent="0">
              <a:spcAft>
                <a:spcPts val="600"/>
              </a:spcAft>
              <a:buNone/>
            </a:pPr>
            <a:r>
              <a:rPr lang="en-US" b="0" dirty="0"/>
              <a:t>1. Before editing, open </a:t>
            </a:r>
            <a:r>
              <a:rPr lang="en-US" b="1" dirty="0"/>
              <a:t>Source Control </a:t>
            </a:r>
            <a:r>
              <a:rPr lang="en-US" b="0" dirty="0"/>
              <a:t>and select </a:t>
            </a:r>
            <a:r>
              <a:rPr lang="en-US" b="1" dirty="0"/>
              <a:t>More Actions </a:t>
            </a:r>
            <a:r>
              <a:rPr lang="en-US" b="0" dirty="0"/>
              <a:t>(...) &gt; </a:t>
            </a:r>
            <a:r>
              <a:rPr lang="en-US" b="1" dirty="0"/>
              <a:t>Pull</a:t>
            </a:r>
            <a:r>
              <a:rPr lang="en-US" b="0" dirty="0"/>
              <a:t>.</a:t>
            </a:r>
          </a:p>
          <a:p>
            <a:pPr marL="342900" lvl="1" indent="0">
              <a:spcAft>
                <a:spcPts val="600"/>
              </a:spcAft>
              <a:buNone/>
            </a:pPr>
            <a:endParaRPr lang="en-US" b="1" i="1" dirty="0"/>
          </a:p>
          <a:p>
            <a:pPr marL="342900" lvl="1" indent="0">
              <a:spcAft>
                <a:spcPts val="600"/>
              </a:spcAft>
              <a:buNone/>
            </a:pPr>
            <a:r>
              <a:rPr lang="en-US" b="1" i="1" dirty="0"/>
              <a:t>Already edited files? Commit your changes before pulling.</a:t>
            </a:r>
          </a:p>
          <a:p>
            <a:pPr marL="342900" lvl="1" indent="0">
              <a:spcAft>
                <a:spcPts val="600"/>
              </a:spcAft>
              <a:buNone/>
            </a:pPr>
            <a:endParaRPr lang="en-US" b="0" dirty="0"/>
          </a:p>
          <a:p>
            <a:pPr marL="342900" lvl="1" indent="0">
              <a:spcAft>
                <a:spcPts val="600"/>
              </a:spcAft>
              <a:buNone/>
            </a:pPr>
            <a:r>
              <a:rPr lang="en-US" b="0" dirty="0"/>
              <a:t>2. Make your changes, save all files and test the application.</a:t>
            </a:r>
          </a:p>
          <a:p>
            <a:pPr marL="342900" lvl="1" indent="0">
              <a:spcAft>
                <a:spcPts val="600"/>
              </a:spcAft>
              <a:buNone/>
            </a:pPr>
            <a:r>
              <a:rPr lang="en-US" b="0" dirty="0"/>
              <a:t>3. Review changes in </a:t>
            </a:r>
            <a:r>
              <a:rPr lang="en-US" b="1" dirty="0"/>
              <a:t>Source Control</a:t>
            </a:r>
            <a:r>
              <a:rPr lang="en-US" b="0" dirty="0"/>
              <a:t>. Click </a:t>
            </a:r>
            <a:r>
              <a:rPr lang="en-US" b="1" dirty="0"/>
              <a:t>+</a:t>
            </a:r>
            <a:r>
              <a:rPr lang="en-US" b="0" dirty="0"/>
              <a:t> beside each file to stage it.</a:t>
            </a:r>
          </a:p>
          <a:p>
            <a:pPr marL="342900" lvl="1" indent="0">
              <a:spcAft>
                <a:spcPts val="600"/>
              </a:spcAft>
              <a:buNone/>
            </a:pPr>
            <a:r>
              <a:rPr lang="en-US" b="0" dirty="0"/>
              <a:t>4. Enter a clear message on the changes, then click </a:t>
            </a:r>
            <a:r>
              <a:rPr lang="en-US" b="1" dirty="0"/>
              <a:t>Commit</a:t>
            </a:r>
            <a:r>
              <a:rPr lang="en-US" b="0" dirty="0"/>
              <a:t>.</a:t>
            </a:r>
          </a:p>
          <a:p>
            <a:pPr marL="342900" lvl="1" indent="0">
              <a:spcAft>
                <a:spcPts val="600"/>
              </a:spcAft>
              <a:buNone/>
            </a:pPr>
            <a:r>
              <a:rPr lang="en-US" b="0" dirty="0"/>
              <a:t>5. </a:t>
            </a:r>
            <a:r>
              <a:rPr lang="en-US" b="1" dirty="0"/>
              <a:t>Pull</a:t>
            </a:r>
            <a:r>
              <a:rPr lang="en-US" b="0" dirty="0"/>
              <a:t> again before pushing. Resolve any conflicts and retest.</a:t>
            </a:r>
          </a:p>
          <a:p>
            <a:pPr marL="342900" lvl="1" indent="0">
              <a:spcAft>
                <a:spcPts val="600"/>
              </a:spcAft>
              <a:buNone/>
            </a:pPr>
            <a:r>
              <a:rPr lang="en-US" b="0" dirty="0"/>
              <a:t>6. Select </a:t>
            </a:r>
            <a:r>
              <a:rPr lang="en-US" b="1" dirty="0"/>
              <a:t>More Actions </a:t>
            </a:r>
            <a:r>
              <a:rPr lang="en-US" b="0" dirty="0"/>
              <a:t>(...) &gt; </a:t>
            </a:r>
            <a:r>
              <a:rPr lang="en-US" b="1" dirty="0"/>
              <a:t>Push</a:t>
            </a:r>
            <a:r>
              <a:rPr lang="en-US" b="0" dirty="0"/>
              <a:t>. Confirm the latest commit on GitHub.</a:t>
            </a:r>
            <a:endParaRPr lang="en-US" dirty="0"/>
          </a:p>
          <a:p>
            <a:pPr marL="342900" lvl="1" indent="0">
              <a:spcAft>
                <a:spcPts val="800"/>
              </a:spcAft>
              <a:buNone/>
            </a:pPr>
            <a:endParaRPr lang="en-US" b="0" i="1" dirty="0"/>
          </a:p>
          <a:p>
            <a:pPr marL="342900" lvl="1" indent="0">
              <a:spcAft>
                <a:spcPts val="800"/>
              </a:spcAft>
              <a:buNone/>
            </a:pPr>
            <a:r>
              <a:rPr lang="en-US" b="0" i="1" dirty="0"/>
              <a:t>Keep </a:t>
            </a:r>
            <a:r>
              <a:rPr lang="en-US" b="1" i="1" dirty="0" err="1"/>
              <a:t>node_modules</a:t>
            </a:r>
            <a:r>
              <a:rPr lang="en-US" b="1" i="1" dirty="0"/>
              <a:t> </a:t>
            </a:r>
            <a:r>
              <a:rPr lang="en-US" b="0" i="1" dirty="0"/>
              <a:t>out of your commit with .</a:t>
            </a:r>
            <a:r>
              <a:rPr lang="en-US" b="1" i="1" dirty="0" err="1"/>
              <a:t>gitignore</a:t>
            </a:r>
            <a:r>
              <a:rPr lang="en-US" b="0" i="1" dirty="0"/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b="1" dirty="0"/>
              <a:t>Start work on your AI journal.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Reminders</a:t>
            </a:r>
          </a:p>
        </p:txBody>
      </p:sp>
      <p:pic>
        <p:nvPicPr>
          <p:cNvPr id="4" name="Picture 3" descr="Github Logo - Free social media icons">
            <a:extLst>
              <a:ext uri="{FF2B5EF4-FFF2-40B4-BE49-F238E27FC236}">
                <a16:creationId xmlns:a16="http://schemas.microsoft.com/office/drawing/2014/main" id="{A9D6FC0F-BA31-609C-702C-EFA1A4E31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811" y="5079903"/>
            <a:ext cx="1437764" cy="14377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CD102E-D48A-003C-250B-7F5221BC5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468" y="1215737"/>
            <a:ext cx="2590499" cy="369730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DC3A-B3CC-A34A-9D13-49EB05A1CA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Worksheet (Individual)</a:t>
            </a:r>
          </a:p>
          <a:p>
            <a:r>
              <a:rPr lang="en-SG" dirty="0">
                <a:highlight>
                  <a:srgbClr val="FFFF00"/>
                </a:highlight>
              </a:rPr>
              <a:t>Upload your deliverables to POLITEMALL even if it is incomplete before the next session. </a:t>
            </a:r>
          </a:p>
          <a:p>
            <a:r>
              <a:rPr lang="en-SG" dirty="0">
                <a:highlight>
                  <a:srgbClr val="FFFF00"/>
                </a:highlight>
              </a:rPr>
              <a:t>You can resubmit by 2359 if there are updates.</a:t>
            </a:r>
            <a:endParaRPr lang="en-SG" dirty="0"/>
          </a:p>
          <a:p>
            <a:endParaRPr lang="en-S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FCB9F3-C0C9-52BC-F86D-B270B542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SG" dirty="0"/>
              <a:t>Submissions</a:t>
            </a:r>
          </a:p>
        </p:txBody>
      </p:sp>
    </p:spTree>
    <p:extLst>
      <p:ext uri="{BB962C8B-B14F-4D97-AF65-F5344CB8AC3E}">
        <p14:creationId xmlns:p14="http://schemas.microsoft.com/office/powerpoint/2010/main" val="393585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f613137c-ca87-4854-93ee-5cda769d5275" xsi:nil="true"/>
    <_ip_UnifiedCompliancePolicyProperties xmlns="http://schemas.microsoft.com/sharepoint/v3" xsi:nil="true"/>
    <lcf76f155ced4ddcb4097134ff3c332f xmlns="0e856134-4299-45b1-97e5-af7b5b81900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4B1CD7CA8C2D4FACB7A25C62C56F3E" ma:contentTypeVersion="18" ma:contentTypeDescription="Create a new document." ma:contentTypeScope="" ma:versionID="d46d316a899f429bf792c07ed9723cea">
  <xsd:schema xmlns:xsd="http://www.w3.org/2001/XMLSchema" xmlns:xs="http://www.w3.org/2001/XMLSchema" xmlns:p="http://schemas.microsoft.com/office/2006/metadata/properties" xmlns:ns1="http://schemas.microsoft.com/sharepoint/v3" xmlns:ns2="0e856134-4299-45b1-97e5-af7b5b819008" xmlns:ns3="f613137c-ca87-4854-93ee-5cda769d5275" targetNamespace="http://schemas.microsoft.com/office/2006/metadata/properties" ma:root="true" ma:fieldsID="2cc4e9c6a1f54a96739961b34b7aca77" ns1:_="" ns2:_="" ns3:_="">
    <xsd:import namespace="http://schemas.microsoft.com/sharepoint/v3"/>
    <xsd:import namespace="0e856134-4299-45b1-97e5-af7b5b819008"/>
    <xsd:import namespace="f613137c-ca87-4854-93ee-5cda769d52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56134-4299-45b1-97e5-af7b5b8190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d754bec2-9c12-4dff-9bba-47e6622608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3137c-ca87-4854-93ee-5cda769d527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f8f100de-91da-40ec-a63f-be63a248fdec}" ma:internalName="TaxCatchAll" ma:showField="CatchAllData" ma:web="f613137c-ca87-4854-93ee-5cda769d52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22195B-D4EA-464D-B31E-68101E6D1BCB}">
  <ds:schemaRefs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0e856134-4299-45b1-97e5-af7b5b819008"/>
    <ds:schemaRef ds:uri="http://schemas.microsoft.com/office/2006/documentManagement/types"/>
    <ds:schemaRef ds:uri="http://purl.org/dc/elements/1.1/"/>
    <ds:schemaRef ds:uri="f613137c-ca87-4854-93ee-5cda769d5275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8B9F92F-B0CB-43EA-8FE8-128BFE0E7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e856134-4299-45b1-97e5-af7b5b819008"/>
    <ds:schemaRef ds:uri="f613137c-ca87-4854-93ee-5cda769d52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83CC101-685F-4D5B-A0DA-0AB2859C9D6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70f6a2e-9a0b-44bc-9fcb-55781401e2f0}" enabled="1" method="Privileged" siteId="{f688b0d0-79f0-40a4-8644-35fcdee9d0f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2753</TotalTime>
  <Words>3415</Words>
  <Application>Microsoft Office PowerPoint</Application>
  <PresentationFormat>Widescreen</PresentationFormat>
  <Paragraphs>411</Paragraphs>
  <Slides>41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Aptos</vt:lpstr>
      <vt:lpstr>Arial</vt:lpstr>
      <vt:lpstr>Arial Black</vt:lpstr>
      <vt:lpstr>Consolas</vt:lpstr>
      <vt:lpstr>Courier New</vt:lpstr>
      <vt:lpstr>Office Theme</vt:lpstr>
      <vt:lpstr>C372 Payment Technologies</vt:lpstr>
      <vt:lpstr>Administrative matters</vt:lpstr>
      <vt:lpstr>Lesson Objectives</vt:lpstr>
      <vt:lpstr>Recall</vt:lpstr>
      <vt:lpstr>PowerPoint Presentation</vt:lpstr>
      <vt:lpstr>app.js </vt:lpstr>
      <vt:lpstr>PetCareApp Project Folder Structure</vt:lpstr>
      <vt:lpstr>How it works</vt:lpstr>
      <vt:lpstr>Where Could Payment Fit?</vt:lpstr>
      <vt:lpstr>Separation of Concerns </vt:lpstr>
      <vt:lpstr>app.js</vt:lpstr>
      <vt:lpstr>Separation of Concerns </vt:lpstr>
      <vt:lpstr>Model-View-Controller(MVC) </vt:lpstr>
      <vt:lpstr>Separation of Concerns with MVC </vt:lpstr>
      <vt:lpstr>Exercise 1</vt:lpstr>
      <vt:lpstr>PowerPoint Presentation</vt:lpstr>
      <vt:lpstr>PowerPoint Presentation</vt:lpstr>
      <vt:lpstr>Exercise 2</vt:lpstr>
      <vt:lpstr>AI Assisted Coding  Responsible AI Use</vt:lpstr>
      <vt:lpstr>What is AI-assisted coding?</vt:lpstr>
      <vt:lpstr>What is AI-assisted coding?</vt:lpstr>
      <vt:lpstr>AI-assisted coding – YOUR Role</vt:lpstr>
      <vt:lpstr>AI-assisted coding – YOUR Role</vt:lpstr>
      <vt:lpstr>Exercise 3</vt:lpstr>
      <vt:lpstr>Supervised Refactoring  VS Code with GitHub Copilot</vt:lpstr>
      <vt:lpstr>GitHub Copilot</vt:lpstr>
      <vt:lpstr>Exercise 4</vt:lpstr>
      <vt:lpstr>Copilot in VS Code</vt:lpstr>
      <vt:lpstr>Copilot in VS Code - Modes</vt:lpstr>
      <vt:lpstr>Providing context to AI</vt:lpstr>
      <vt:lpstr>Providing context to AI</vt:lpstr>
      <vt:lpstr>Exercise 5</vt:lpstr>
      <vt:lpstr>Exercise 6</vt:lpstr>
      <vt:lpstr>Exercise 7</vt:lpstr>
      <vt:lpstr>Exercise 8</vt:lpstr>
      <vt:lpstr>Exercise 9</vt:lpstr>
      <vt:lpstr>Exercise 10</vt:lpstr>
      <vt:lpstr>CA1  Code Check-in and AI Journal</vt:lpstr>
      <vt:lpstr>PowerPoint Presentation</vt:lpstr>
      <vt:lpstr>Reminders</vt:lpstr>
      <vt:lpstr>Submissions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Randal Teng from BGC GROUP PTE LTD (RP)</dc:creator>
  <cp:lastModifiedBy>Magdalene Lim (RP)</cp:lastModifiedBy>
  <cp:revision>19</cp:revision>
  <dcterms:created xsi:type="dcterms:W3CDTF">2024-09-03T01:46:32Z</dcterms:created>
  <dcterms:modified xsi:type="dcterms:W3CDTF">2026-10-25T01:59:28Z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0x010100AC4B1CD7CA8C2D4FACB7A25C62C56F3E</vt:lpwstr>
  </property>
  <property fmtid="{D5CDD505-2E9C-101B-9397-08002B2CF9AE}" pid="3" name="MediaServiceImageTags">
    <vt:lpwstr/>
  </property>
  <property fmtid="{D5CDD505-2E9C-101B-9397-08002B2CF9AE}" pid="4" name="ClassificationContentMarkingHeaderLocations">
    <vt:lpwstr>Office Theme:11</vt:lpwstr>
  </property>
  <property fmtid="{D5CDD505-2E9C-101B-9397-08002B2CF9AE}" pid="5" name="ClassificationContentMarkingHeaderText">
    <vt:lpwstr>Official (Closed) \ Non-Sensitive</vt:lpwstr>
  </property>
</Properties>
</file>