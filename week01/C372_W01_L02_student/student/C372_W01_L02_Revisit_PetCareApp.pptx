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4"/>
  </p:notesMasterIdLst>
  <p:sldIdLst>
    <p:sldId id="256" r:id="rId2"/>
    <p:sldId id="267" r:id="rId3"/>
    <p:sldId id="297" r:id="rId4"/>
    <p:sldId id="298" r:id="rId5"/>
    <p:sldId id="300" r:id="rId6"/>
    <p:sldId id="304" r:id="rId7"/>
    <p:sldId id="303" r:id="rId8"/>
    <p:sldId id="305" r:id="rId9"/>
    <p:sldId id="410" r:id="rId10"/>
    <p:sldId id="259" r:id="rId11"/>
    <p:sldId id="412" r:id="rId12"/>
    <p:sldId id="415" r:id="rId13"/>
    <p:sldId id="260" r:id="rId14"/>
    <p:sldId id="261" r:id="rId15"/>
    <p:sldId id="421" r:id="rId16"/>
    <p:sldId id="263" r:id="rId17"/>
    <p:sldId id="258" r:id="rId18"/>
    <p:sldId id="257" r:id="rId19"/>
    <p:sldId id="430" r:id="rId20"/>
    <p:sldId id="431" r:id="rId21"/>
    <p:sldId id="432" r:id="rId22"/>
    <p:sldId id="433" r:id="rId23"/>
    <p:sldId id="434" r:id="rId24"/>
    <p:sldId id="262" r:id="rId25"/>
    <p:sldId id="422" r:id="rId26"/>
    <p:sldId id="282" r:id="rId27"/>
    <p:sldId id="423" r:id="rId28"/>
    <p:sldId id="424" r:id="rId29"/>
    <p:sldId id="427" r:id="rId30"/>
    <p:sldId id="264" r:id="rId31"/>
    <p:sldId id="290" r:id="rId32"/>
    <p:sldId id="291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E3C6F8-26A7-4248-91F1-3A219A455F39}" v="1" dt="2026-10-11T09:15:30.8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153" autoAdjust="0"/>
  </p:normalViewPr>
  <p:slideViewPr>
    <p:cSldViewPr snapToGrid="0">
      <p:cViewPr varScale="1">
        <p:scale>
          <a:sx n="98" d="100"/>
          <a:sy n="98" d="100"/>
        </p:scale>
        <p:origin x="82" y="1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gdalene Lim (RP)" userId="0d83deb8-e9a9-42ab-ae84-75cdb7b5bd8e" providerId="ADAL" clId="{F480144D-229B-4504-9707-A45AE5F79E10}"/>
    <pc:docChg chg="undo custSel mod addSld delSld modSld sldOrd modMainMaster modNotesMaster">
      <pc:chgData name="Magdalene Lim (RP)" userId="0d83deb8-e9a9-42ab-ae84-75cdb7b5bd8e" providerId="ADAL" clId="{F480144D-229B-4504-9707-A45AE5F79E10}" dt="2026-10-11T09:15:30.826" v="4213"/>
      <pc:docMkLst>
        <pc:docMk/>
      </pc:docMkLst>
      <pc:sldChg chg="addSp delSp modSp new mod modClrScheme chgLayout">
        <pc:chgData name="Magdalene Lim (RP)" userId="0d83deb8-e9a9-42ab-ae84-75cdb7b5bd8e" providerId="ADAL" clId="{F480144D-229B-4504-9707-A45AE5F79E10}" dt="2026-10-04T08:31:09.761" v="297" actId="20577"/>
        <pc:sldMkLst>
          <pc:docMk/>
          <pc:sldMk cId="2100453662" sldId="256"/>
        </pc:sldMkLst>
        <pc:spChg chg="add mod ord">
          <ac:chgData name="Magdalene Lim (RP)" userId="0d83deb8-e9a9-42ab-ae84-75cdb7b5bd8e" providerId="ADAL" clId="{F480144D-229B-4504-9707-A45AE5F79E10}" dt="2026-09-16T06:42:12.357" v="29" actId="20577"/>
          <ac:spMkLst>
            <pc:docMk/>
            <pc:sldMk cId="2100453662" sldId="256"/>
            <ac:spMk id="4" creationId="{AE2917B0-3A4A-502C-A94F-AF202601EDCB}"/>
          </ac:spMkLst>
        </pc:spChg>
        <pc:spChg chg="add mod ord">
          <ac:chgData name="Magdalene Lim (RP)" userId="0d83deb8-e9a9-42ab-ae84-75cdb7b5bd8e" providerId="ADAL" clId="{F480144D-229B-4504-9707-A45AE5F79E10}" dt="2026-10-04T08:31:09.761" v="297" actId="20577"/>
          <ac:spMkLst>
            <pc:docMk/>
            <pc:sldMk cId="2100453662" sldId="256"/>
            <ac:spMk id="5" creationId="{95196DFB-4C15-58A6-A7C5-386451CB9A61}"/>
          </ac:spMkLst>
        </pc:spChg>
      </pc:sldChg>
      <pc:sldChg chg="modSp add mod ord modNotes modNotesTx">
        <pc:chgData name="Magdalene Lim (RP)" userId="0d83deb8-e9a9-42ab-ae84-75cdb7b5bd8e" providerId="ADAL" clId="{F480144D-229B-4504-9707-A45AE5F79E10}" dt="2026-10-11T09:14:35.700" v="4183" actId="368"/>
        <pc:sldMkLst>
          <pc:docMk/>
          <pc:sldMk cId="2784411919" sldId="257"/>
        </pc:sldMkLst>
        <pc:spChg chg="mod">
          <ac:chgData name="Magdalene Lim (RP)" userId="0d83deb8-e9a9-42ab-ae84-75cdb7b5bd8e" providerId="ADAL" clId="{F480144D-229B-4504-9707-A45AE5F79E10}" dt="2026-10-06T07:28:19.889" v="2497" actId="20577"/>
          <ac:spMkLst>
            <pc:docMk/>
            <pc:sldMk cId="2784411919" sldId="257"/>
            <ac:spMk id="4" creationId="{C2FFFE7C-39E8-2E5E-3ED8-48351FE95601}"/>
          </ac:spMkLst>
        </pc:spChg>
      </pc:sldChg>
      <pc:sldChg chg="addSp delSp modSp add mod ord modNotes modNotesTx">
        <pc:chgData name="Magdalene Lim (RP)" userId="0d83deb8-e9a9-42ab-ae84-75cdb7b5bd8e" providerId="ADAL" clId="{F480144D-229B-4504-9707-A45AE5F79E10}" dt="2026-10-11T09:14:35.686" v="4181" actId="368"/>
        <pc:sldMkLst>
          <pc:docMk/>
          <pc:sldMk cId="2717132662" sldId="258"/>
        </pc:sldMkLst>
        <pc:spChg chg="add del">
          <ac:chgData name="Magdalene Lim (RP)" userId="0d83deb8-e9a9-42ab-ae84-75cdb7b5bd8e" providerId="ADAL" clId="{F480144D-229B-4504-9707-A45AE5F79E10}" dt="2026-10-06T08:25:12.203" v="3806" actId="478"/>
          <ac:spMkLst>
            <pc:docMk/>
            <pc:sldMk cId="2717132662" sldId="258"/>
            <ac:spMk id="23" creationId="{2CD9CFEF-D844-7730-A692-7671505285C7}"/>
          </ac:spMkLst>
        </pc:spChg>
        <pc:spChg chg="add del mod">
          <ac:chgData name="Magdalene Lim (RP)" userId="0d83deb8-e9a9-42ab-ae84-75cdb7b5bd8e" providerId="ADAL" clId="{F480144D-229B-4504-9707-A45AE5F79E10}" dt="2026-10-06T08:25:23.302" v="3816" actId="20577"/>
          <ac:spMkLst>
            <pc:docMk/>
            <pc:sldMk cId="2717132662" sldId="258"/>
            <ac:spMk id="25" creationId="{F00DD7CC-F44C-76C2-EEE0-4B516D008249}"/>
          </ac:spMkLst>
        </pc:spChg>
        <pc:spChg chg="add del mod">
          <ac:chgData name="Magdalene Lim (RP)" userId="0d83deb8-e9a9-42ab-ae84-75cdb7b5bd8e" providerId="ADAL" clId="{F480144D-229B-4504-9707-A45AE5F79E10}" dt="2026-10-06T08:26:35.796" v="3817"/>
          <ac:spMkLst>
            <pc:docMk/>
            <pc:sldMk cId="2717132662" sldId="258"/>
            <ac:spMk id="27" creationId="{779D6A17-FB53-D94D-4EA8-EC23F40C0290}"/>
          </ac:spMkLst>
        </pc:spChg>
      </pc:sldChg>
      <pc:sldChg chg="addSp delSp modSp new mod modNotes modNotesTx">
        <pc:chgData name="Magdalene Lim (RP)" userId="0d83deb8-e9a9-42ab-ae84-75cdb7b5bd8e" providerId="ADAL" clId="{F480144D-229B-4504-9707-A45AE5F79E10}" dt="2026-10-11T09:14:35.668" v="4165" actId="368"/>
        <pc:sldMkLst>
          <pc:docMk/>
          <pc:sldMk cId="3436834876" sldId="259"/>
        </pc:sldMkLst>
        <pc:spChg chg="mod">
          <ac:chgData name="Magdalene Lim (RP)" userId="0d83deb8-e9a9-42ab-ae84-75cdb7b5bd8e" providerId="ADAL" clId="{F480144D-229B-4504-9707-A45AE5F79E10}" dt="2026-10-04T09:13:53.315" v="947" actId="20577"/>
          <ac:spMkLst>
            <pc:docMk/>
            <pc:sldMk cId="3436834876" sldId="259"/>
            <ac:spMk id="2" creationId="{EDDF624F-C12C-2BD4-6080-0485AC8255F4}"/>
          </ac:spMkLst>
        </pc:spChg>
        <pc:spChg chg="mod">
          <ac:chgData name="Magdalene Lim (RP)" userId="0d83deb8-e9a9-42ab-ae84-75cdb7b5bd8e" providerId="ADAL" clId="{F480144D-229B-4504-9707-A45AE5F79E10}" dt="2026-09-16T06:45:54.357" v="126" actId="20577"/>
          <ac:spMkLst>
            <pc:docMk/>
            <pc:sldMk cId="3436834876" sldId="259"/>
            <ac:spMk id="3" creationId="{B2AE496A-49D7-C129-3C5B-8AE851524466}"/>
          </ac:spMkLst>
        </pc:spChg>
        <pc:picChg chg="add mod">
          <ac:chgData name="Magdalene Lim (RP)" userId="0d83deb8-e9a9-42ab-ae84-75cdb7b5bd8e" providerId="ADAL" clId="{F480144D-229B-4504-9707-A45AE5F79E10}" dt="2026-10-04T09:14:17.466" v="949" actId="1076"/>
          <ac:picMkLst>
            <pc:docMk/>
            <pc:sldMk cId="3436834876" sldId="259"/>
            <ac:picMk id="10" creationId="{9B4162EB-EA2D-92D8-0370-FDA121DB9FAA}"/>
          </ac:picMkLst>
        </pc:picChg>
        <pc:picChg chg="add mod">
          <ac:chgData name="Magdalene Lim (RP)" userId="0d83deb8-e9a9-42ab-ae84-75cdb7b5bd8e" providerId="ADAL" clId="{F480144D-229B-4504-9707-A45AE5F79E10}" dt="2026-10-04T09:25:00.398" v="1112" actId="1076"/>
          <ac:picMkLst>
            <pc:docMk/>
            <pc:sldMk cId="3436834876" sldId="259"/>
            <ac:picMk id="14" creationId="{2F947CBA-EA8B-84BE-BF12-124EBDB4F288}"/>
          </ac:picMkLst>
        </pc:picChg>
      </pc:sldChg>
      <pc:sldChg chg="addSp delSp modSp new mod modNotes">
        <pc:chgData name="Magdalene Lim (RP)" userId="0d83deb8-e9a9-42ab-ae84-75cdb7b5bd8e" providerId="ADAL" clId="{F480144D-229B-4504-9707-A45AE5F79E10}" dt="2026-10-11T09:14:35.686" v="4173" actId="368"/>
        <pc:sldMkLst>
          <pc:docMk/>
          <pc:sldMk cId="1057308910" sldId="260"/>
        </pc:sldMkLst>
        <pc:spChg chg="mod">
          <ac:chgData name="Magdalene Lim (RP)" userId="0d83deb8-e9a9-42ab-ae84-75cdb7b5bd8e" providerId="ADAL" clId="{F480144D-229B-4504-9707-A45AE5F79E10}" dt="2026-10-06T06:37:13.424" v="1446" actId="20577"/>
          <ac:spMkLst>
            <pc:docMk/>
            <pc:sldMk cId="1057308910" sldId="260"/>
            <ac:spMk id="2" creationId="{1A42B57B-3E4B-9FA2-28D4-270E3ECEB05B}"/>
          </ac:spMkLst>
        </pc:spChg>
        <pc:spChg chg="mod">
          <ac:chgData name="Magdalene Lim (RP)" userId="0d83deb8-e9a9-42ab-ae84-75cdb7b5bd8e" providerId="ADAL" clId="{F480144D-229B-4504-9707-A45AE5F79E10}" dt="2026-09-16T06:48:09.514" v="168" actId="20577"/>
          <ac:spMkLst>
            <pc:docMk/>
            <pc:sldMk cId="1057308910" sldId="260"/>
            <ac:spMk id="3" creationId="{F4B2EB23-BF97-E41D-D621-F039EFD5F9C8}"/>
          </ac:spMkLst>
        </pc:spChg>
        <pc:graphicFrameChg chg="add mod">
          <ac:chgData name="Magdalene Lim (RP)" userId="0d83deb8-e9a9-42ab-ae84-75cdb7b5bd8e" providerId="ADAL" clId="{F480144D-229B-4504-9707-A45AE5F79E10}" dt="2026-10-06T06:37:04.681" v="1421" actId="1076"/>
          <ac:graphicFrameMkLst>
            <pc:docMk/>
            <pc:sldMk cId="1057308910" sldId="260"/>
            <ac:graphicFrameMk id="20" creationId="{F263284E-E94F-A3DA-3051-945FF7343B54}"/>
          </ac:graphicFrameMkLst>
        </pc:graphicFrameChg>
        <pc:picChg chg="add">
          <ac:chgData name="Magdalene Lim (RP)" userId="0d83deb8-e9a9-42ab-ae84-75cdb7b5bd8e" providerId="ADAL" clId="{F480144D-229B-4504-9707-A45AE5F79E10}" dt="2026-10-04T09:31:33.844" v="1225" actId="22"/>
          <ac:picMkLst>
            <pc:docMk/>
            <pc:sldMk cId="1057308910" sldId="260"/>
            <ac:picMk id="6" creationId="{402029C6-51A9-63C6-8C3A-48D27B9BF716}"/>
          </ac:picMkLst>
        </pc:picChg>
        <pc:picChg chg="add mod">
          <ac:chgData name="Magdalene Lim (RP)" userId="0d83deb8-e9a9-42ab-ae84-75cdb7b5bd8e" providerId="ADAL" clId="{F480144D-229B-4504-9707-A45AE5F79E10}" dt="2026-10-06T06:37:18.812" v="1447" actId="1076"/>
          <ac:picMkLst>
            <pc:docMk/>
            <pc:sldMk cId="1057308910" sldId="260"/>
            <ac:picMk id="16" creationId="{E6A76228-A5AB-5C7E-0EC0-C8028DF663D8}"/>
          </ac:picMkLst>
        </pc:picChg>
      </pc:sldChg>
      <pc:sldChg chg="addSp delSp modSp new mod modNotes modNotesTx">
        <pc:chgData name="Magdalene Lim (RP)" userId="0d83deb8-e9a9-42ab-ae84-75cdb7b5bd8e" providerId="ADAL" clId="{F480144D-229B-4504-9707-A45AE5F79E10}" dt="2026-10-11T08:52:07.357" v="4119" actId="26606"/>
        <pc:sldMkLst>
          <pc:docMk/>
          <pc:sldMk cId="1611122160" sldId="261"/>
        </pc:sldMkLst>
        <pc:spChg chg="mod">
          <ac:chgData name="Magdalene Lim (RP)" userId="0d83deb8-e9a9-42ab-ae84-75cdb7b5bd8e" providerId="ADAL" clId="{F480144D-229B-4504-9707-A45AE5F79E10}" dt="2026-10-06T06:54:17.583" v="1859" actId="6549"/>
          <ac:spMkLst>
            <pc:docMk/>
            <pc:sldMk cId="1611122160" sldId="261"/>
            <ac:spMk id="2" creationId="{2CF1A43F-68AC-BD8A-85C7-2479C2719177}"/>
          </ac:spMkLst>
        </pc:spChg>
        <pc:spChg chg="mod">
          <ac:chgData name="Magdalene Lim (RP)" userId="0d83deb8-e9a9-42ab-ae84-75cdb7b5bd8e" providerId="ADAL" clId="{F480144D-229B-4504-9707-A45AE5F79E10}" dt="2026-09-16T07:00:12.875" v="247" actId="20577"/>
          <ac:spMkLst>
            <pc:docMk/>
            <pc:sldMk cId="1611122160" sldId="261"/>
            <ac:spMk id="3" creationId="{A567038A-F57B-B315-40C8-B58F5A1E4986}"/>
          </ac:spMkLst>
        </pc:spChg>
        <pc:spChg chg="add mod">
          <ac:chgData name="Magdalene Lim (RP)" userId="0d83deb8-e9a9-42ab-ae84-75cdb7b5bd8e" providerId="ADAL" clId="{F480144D-229B-4504-9707-A45AE5F79E10}" dt="2026-10-06T06:54:22.722" v="1860" actId="1076"/>
          <ac:spMkLst>
            <pc:docMk/>
            <pc:sldMk cId="1611122160" sldId="261"/>
            <ac:spMk id="12" creationId="{5D008A70-9BE2-1315-1622-A4A7C8941CE6}"/>
          </ac:spMkLst>
        </pc:spChg>
        <pc:picChg chg="add mod">
          <ac:chgData name="Magdalene Lim (RP)" userId="0d83deb8-e9a9-42ab-ae84-75cdb7b5bd8e" providerId="ADAL" clId="{F480144D-229B-4504-9707-A45AE5F79E10}" dt="2026-10-06T06:54:24.052" v="1861" actId="1076"/>
          <ac:picMkLst>
            <pc:docMk/>
            <pc:sldMk cId="1611122160" sldId="261"/>
            <ac:picMk id="6" creationId="{DB693B02-3237-6AA6-1EFC-2A17C998392A}"/>
          </ac:picMkLst>
        </pc:picChg>
        <pc:picChg chg="add mod">
          <ac:chgData name="Magdalene Lim (RP)" userId="0d83deb8-e9a9-42ab-ae84-75cdb7b5bd8e" providerId="ADAL" clId="{F480144D-229B-4504-9707-A45AE5F79E10}" dt="2026-10-06T06:54:33.027" v="1862" actId="1076"/>
          <ac:picMkLst>
            <pc:docMk/>
            <pc:sldMk cId="1611122160" sldId="261"/>
            <ac:picMk id="10" creationId="{34718C59-CD35-D42D-5250-3D4F7E7DD96A}"/>
          </ac:picMkLst>
        </pc:picChg>
        <pc:picChg chg="add">
          <ac:chgData name="Magdalene Lim (RP)" userId="0d83deb8-e9a9-42ab-ae84-75cdb7b5bd8e" providerId="ADAL" clId="{F480144D-229B-4504-9707-A45AE5F79E10}" dt="2026-10-06T06:48:11.584" v="1838" actId="22"/>
          <ac:picMkLst>
            <pc:docMk/>
            <pc:sldMk cId="1611122160" sldId="261"/>
            <ac:picMk id="16" creationId="{E47449EA-01F6-A782-5AFF-E614D06E9855}"/>
          </ac:picMkLst>
        </pc:picChg>
      </pc:sldChg>
      <pc:sldChg chg="addSp delSp modSp add mod setBg modClrScheme chgLayout modNotes">
        <pc:chgData name="Magdalene Lim (RP)" userId="0d83deb8-e9a9-42ab-ae84-75cdb7b5bd8e" providerId="ADAL" clId="{F480144D-229B-4504-9707-A45AE5F79E10}" dt="2026-10-11T09:14:35.700" v="4195" actId="368"/>
        <pc:sldMkLst>
          <pc:docMk/>
          <pc:sldMk cId="0" sldId="262"/>
        </pc:sldMkLst>
        <pc:spChg chg="del">
          <ac:chgData name="Magdalene Lim (RP)" userId="0d83deb8-e9a9-42ab-ae84-75cdb7b5bd8e" providerId="ADAL" clId="{F480144D-229B-4504-9707-A45AE5F79E10}" dt="2026-10-11T08:59:29.334" v="4142" actId="478"/>
          <ac:spMkLst>
            <pc:docMk/>
            <pc:sldMk cId="0" sldId="262"/>
            <ac:spMk id="2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11T08:59:44.805" v="4144" actId="14100"/>
          <ac:spMkLst>
            <pc:docMk/>
            <pc:sldMk cId="0" sldId="262"/>
            <ac:spMk id="3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11T08:59:49.056" v="4145" actId="1076"/>
          <ac:spMkLst>
            <pc:docMk/>
            <pc:sldMk cId="0" sldId="262"/>
            <ac:spMk id="4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11T08:59:59.016" v="4148" actId="403"/>
          <ac:spMkLst>
            <pc:docMk/>
            <pc:sldMk cId="0" sldId="262"/>
            <ac:spMk id="11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11T08:59:59.016" v="4148" actId="403"/>
          <ac:spMkLst>
            <pc:docMk/>
            <pc:sldMk cId="0" sldId="262"/>
            <ac:spMk id="13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11T08:59:59.016" v="4148" actId="403"/>
          <ac:spMkLst>
            <pc:docMk/>
            <pc:sldMk cId="0" sldId="262"/>
            <ac:spMk id="14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11T08:59:59.016" v="4148" actId="403"/>
          <ac:spMkLst>
            <pc:docMk/>
            <pc:sldMk cId="0" sldId="262"/>
            <ac:spMk id="18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11T08:59:59.016" v="4148" actId="403"/>
          <ac:spMkLst>
            <pc:docMk/>
            <pc:sldMk cId="0" sldId="262"/>
            <ac:spMk id="20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11T08:59:59.016" v="4148" actId="403"/>
          <ac:spMkLst>
            <pc:docMk/>
            <pc:sldMk cId="0" sldId="262"/>
            <ac:spMk id="25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11T08:59:59.016" v="4148" actId="403"/>
          <ac:spMkLst>
            <pc:docMk/>
            <pc:sldMk cId="0" sldId="262"/>
            <ac:spMk id="27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11T08:59:59.016" v="4148" actId="403"/>
          <ac:spMkLst>
            <pc:docMk/>
            <pc:sldMk cId="0" sldId="262"/>
            <ac:spMk id="31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11T08:59:59.016" v="4148" actId="403"/>
          <ac:spMkLst>
            <pc:docMk/>
            <pc:sldMk cId="0" sldId="262"/>
            <ac:spMk id="34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11T08:59:59.016" v="4148" actId="403"/>
          <ac:spMkLst>
            <pc:docMk/>
            <pc:sldMk cId="0" sldId="262"/>
            <ac:spMk id="36" creationId="{00000000-0000-0000-0000-000000000000}"/>
          </ac:spMkLst>
        </pc:spChg>
        <pc:spChg chg="del">
          <ac:chgData name="Magdalene Lim (RP)" userId="0d83deb8-e9a9-42ab-ae84-75cdb7b5bd8e" providerId="ADAL" clId="{F480144D-229B-4504-9707-A45AE5F79E10}" dt="2026-10-11T08:58:53.755" v="4133" actId="478"/>
          <ac:spMkLst>
            <pc:docMk/>
            <pc:sldMk cId="0" sldId="262"/>
            <ac:spMk id="38" creationId="{00000000-0000-0000-0000-000000000000}"/>
          </ac:spMkLst>
        </pc:spChg>
        <pc:spChg chg="del">
          <ac:chgData name="Magdalene Lim (RP)" userId="0d83deb8-e9a9-42ab-ae84-75cdb7b5bd8e" providerId="ADAL" clId="{F480144D-229B-4504-9707-A45AE5F79E10}" dt="2026-10-11T08:58:50.491" v="4131" actId="478"/>
          <ac:spMkLst>
            <pc:docMk/>
            <pc:sldMk cId="0" sldId="262"/>
            <ac:spMk id="39" creationId="{00000000-0000-0000-0000-000000000000}"/>
          </ac:spMkLst>
        </pc:spChg>
        <pc:spChg chg="del">
          <ac:chgData name="Magdalene Lim (RP)" userId="0d83deb8-e9a9-42ab-ae84-75cdb7b5bd8e" providerId="ADAL" clId="{F480144D-229B-4504-9707-A45AE5F79E10}" dt="2026-10-11T08:58:51.782" v="4132" actId="478"/>
          <ac:spMkLst>
            <pc:docMk/>
            <pc:sldMk cId="0" sldId="262"/>
            <ac:spMk id="40" creationId="{00000000-0000-0000-0000-000000000000}"/>
          </ac:spMkLst>
        </pc:spChg>
        <pc:spChg chg="add del mod ord">
          <ac:chgData name="Magdalene Lim (RP)" userId="0d83deb8-e9a9-42ab-ae84-75cdb7b5bd8e" providerId="ADAL" clId="{F480144D-229B-4504-9707-A45AE5F79E10}" dt="2026-10-11T08:58:40.500" v="4129" actId="478"/>
          <ac:spMkLst>
            <pc:docMk/>
            <pc:sldMk cId="0" sldId="262"/>
            <ac:spMk id="41" creationId="{39D81679-815B-D0F9-225E-C99B8D73A6BB}"/>
          </ac:spMkLst>
        </pc:spChg>
        <pc:spChg chg="add del mod ord">
          <ac:chgData name="Magdalene Lim (RP)" userId="0d83deb8-e9a9-42ab-ae84-75cdb7b5bd8e" providerId="ADAL" clId="{F480144D-229B-4504-9707-A45AE5F79E10}" dt="2026-10-11T08:58:46.565" v="4130" actId="478"/>
          <ac:spMkLst>
            <pc:docMk/>
            <pc:sldMk cId="0" sldId="262"/>
            <ac:spMk id="42" creationId="{145F705D-AFB7-7510-05F8-B09EA235E104}"/>
          </ac:spMkLst>
        </pc:spChg>
      </pc:sldChg>
      <pc:sldChg chg="addSp delSp modSp new mod modNotes modNotesTx">
        <pc:chgData name="Magdalene Lim (RP)" userId="0d83deb8-e9a9-42ab-ae84-75cdb7b5bd8e" providerId="ADAL" clId="{F480144D-229B-4504-9707-A45AE5F79E10}" dt="2026-10-11T09:14:35.686" v="4179" actId="368"/>
        <pc:sldMkLst>
          <pc:docMk/>
          <pc:sldMk cId="3039506895" sldId="263"/>
        </pc:sldMkLst>
        <pc:spChg chg="mod">
          <ac:chgData name="Magdalene Lim (RP)" userId="0d83deb8-e9a9-42ab-ae84-75cdb7b5bd8e" providerId="ADAL" clId="{F480144D-229B-4504-9707-A45AE5F79E10}" dt="2026-10-11T08:46:00.202" v="4118" actId="14100"/>
          <ac:spMkLst>
            <pc:docMk/>
            <pc:sldMk cId="3039506895" sldId="263"/>
            <ac:spMk id="2" creationId="{BD0B07DC-4A3B-A5D9-A42B-E2C82B7EC843}"/>
          </ac:spMkLst>
        </pc:spChg>
        <pc:spChg chg="mod">
          <ac:chgData name="Magdalene Lim (RP)" userId="0d83deb8-e9a9-42ab-ae84-75cdb7b5bd8e" providerId="ADAL" clId="{F480144D-229B-4504-9707-A45AE5F79E10}" dt="2026-10-06T07:04:42.280" v="2387" actId="20577"/>
          <ac:spMkLst>
            <pc:docMk/>
            <pc:sldMk cId="3039506895" sldId="263"/>
            <ac:spMk id="3" creationId="{C7A36A81-7A1A-E279-7E17-78049CA86747}"/>
          </ac:spMkLst>
        </pc:spChg>
        <pc:spChg chg="add mod">
          <ac:chgData name="Magdalene Lim (RP)" userId="0d83deb8-e9a9-42ab-ae84-75cdb7b5bd8e" providerId="ADAL" clId="{F480144D-229B-4504-9707-A45AE5F79E10}" dt="2026-10-11T08:45:49.178" v="4117" actId="1076"/>
          <ac:spMkLst>
            <pc:docMk/>
            <pc:sldMk cId="3039506895" sldId="263"/>
            <ac:spMk id="4" creationId="{4E0537E5-6B09-C7DB-FEDF-73320FD5A218}"/>
          </ac:spMkLst>
        </pc:spChg>
        <pc:spChg chg="add mod">
          <ac:chgData name="Magdalene Lim (RP)" userId="0d83deb8-e9a9-42ab-ae84-75cdb7b5bd8e" providerId="ADAL" clId="{F480144D-229B-4504-9707-A45AE5F79E10}" dt="2026-10-06T07:02:42.667" v="2228" actId="208"/>
          <ac:spMkLst>
            <pc:docMk/>
            <pc:sldMk cId="3039506895" sldId="263"/>
            <ac:spMk id="6" creationId="{602BA4E5-D732-6ABF-2FD0-0DDBAA9DB1A9}"/>
          </ac:spMkLst>
        </pc:spChg>
        <pc:spChg chg="add mod">
          <ac:chgData name="Magdalene Lim (RP)" userId="0d83deb8-e9a9-42ab-ae84-75cdb7b5bd8e" providerId="ADAL" clId="{F480144D-229B-4504-9707-A45AE5F79E10}" dt="2026-09-16T06:51:08.539" v="207" actId="1076"/>
          <ac:spMkLst>
            <pc:docMk/>
            <pc:sldMk cId="3039506895" sldId="263"/>
            <ac:spMk id="19" creationId="{BD52CDA4-4178-F577-79B4-C6F6443CA7D2}"/>
          </ac:spMkLst>
        </pc:spChg>
        <pc:spChg chg="add mod">
          <ac:chgData name="Magdalene Lim (RP)" userId="0d83deb8-e9a9-42ab-ae84-75cdb7b5bd8e" providerId="ADAL" clId="{F480144D-229B-4504-9707-A45AE5F79E10}" dt="2026-09-16T06:51:08.539" v="207" actId="1076"/>
          <ac:spMkLst>
            <pc:docMk/>
            <pc:sldMk cId="3039506895" sldId="263"/>
            <ac:spMk id="21" creationId="{2AC14E1A-F642-34D0-2EF6-C738043D657B}"/>
          </ac:spMkLst>
        </pc:spChg>
        <pc:spChg chg="add mod">
          <ac:chgData name="Magdalene Lim (RP)" userId="0d83deb8-e9a9-42ab-ae84-75cdb7b5bd8e" providerId="ADAL" clId="{F480144D-229B-4504-9707-A45AE5F79E10}" dt="2026-09-16T06:51:08.539" v="207" actId="1076"/>
          <ac:spMkLst>
            <pc:docMk/>
            <pc:sldMk cId="3039506895" sldId="263"/>
            <ac:spMk id="23" creationId="{547A0953-F5C8-9881-28AB-13B47F85D4EE}"/>
          </ac:spMkLst>
        </pc:spChg>
        <pc:spChg chg="add mod">
          <ac:chgData name="Magdalene Lim (RP)" userId="0d83deb8-e9a9-42ab-ae84-75cdb7b5bd8e" providerId="ADAL" clId="{F480144D-229B-4504-9707-A45AE5F79E10}" dt="2026-09-16T06:51:08.539" v="207" actId="1076"/>
          <ac:spMkLst>
            <pc:docMk/>
            <pc:sldMk cId="3039506895" sldId="263"/>
            <ac:spMk id="25" creationId="{DE3766FC-37B7-5448-3218-2C0CA264B8F2}"/>
          </ac:spMkLst>
        </pc:spChg>
        <pc:spChg chg="add mod">
          <ac:chgData name="Magdalene Lim (RP)" userId="0d83deb8-e9a9-42ab-ae84-75cdb7b5bd8e" providerId="ADAL" clId="{F480144D-229B-4504-9707-A45AE5F79E10}" dt="2026-09-16T06:51:08.539" v="207" actId="1076"/>
          <ac:spMkLst>
            <pc:docMk/>
            <pc:sldMk cId="3039506895" sldId="263"/>
            <ac:spMk id="31" creationId="{B2DA41F7-30EE-4FCA-CE08-835F115D67D4}"/>
          </ac:spMkLst>
        </pc:spChg>
        <pc:spChg chg="add mod">
          <ac:chgData name="Magdalene Lim (RP)" userId="0d83deb8-e9a9-42ab-ae84-75cdb7b5bd8e" providerId="ADAL" clId="{F480144D-229B-4504-9707-A45AE5F79E10}" dt="2026-09-16T06:51:08.539" v="207" actId="1076"/>
          <ac:spMkLst>
            <pc:docMk/>
            <pc:sldMk cId="3039506895" sldId="263"/>
            <ac:spMk id="33" creationId="{8885F733-D163-8DA4-26B2-0140B7C3C654}"/>
          </ac:spMkLst>
        </pc:spChg>
        <pc:spChg chg="add mod">
          <ac:chgData name="Magdalene Lim (RP)" userId="0d83deb8-e9a9-42ab-ae84-75cdb7b5bd8e" providerId="ADAL" clId="{F480144D-229B-4504-9707-A45AE5F79E10}" dt="2026-09-16T06:51:08.539" v="207" actId="1076"/>
          <ac:spMkLst>
            <pc:docMk/>
            <pc:sldMk cId="3039506895" sldId="263"/>
            <ac:spMk id="35" creationId="{2ABD260D-9E60-41D1-52DF-E5E917D2EE83}"/>
          </ac:spMkLst>
        </pc:spChg>
        <pc:spChg chg="add mod">
          <ac:chgData name="Magdalene Lim (RP)" userId="0d83deb8-e9a9-42ab-ae84-75cdb7b5bd8e" providerId="ADAL" clId="{F480144D-229B-4504-9707-A45AE5F79E10}" dt="2026-09-16T06:51:08.539" v="207" actId="1076"/>
          <ac:spMkLst>
            <pc:docMk/>
            <pc:sldMk cId="3039506895" sldId="263"/>
            <ac:spMk id="37" creationId="{59CE5A1A-E3B4-1E65-AE7D-243305F3226B}"/>
          </ac:spMkLst>
        </pc:spChg>
        <pc:spChg chg="add mod">
          <ac:chgData name="Magdalene Lim (RP)" userId="0d83deb8-e9a9-42ab-ae84-75cdb7b5bd8e" providerId="ADAL" clId="{F480144D-229B-4504-9707-A45AE5F79E10}" dt="2026-09-16T06:51:08.539" v="207" actId="1076"/>
          <ac:spMkLst>
            <pc:docMk/>
            <pc:sldMk cId="3039506895" sldId="263"/>
            <ac:spMk id="41" creationId="{E96CA70B-8C7E-B605-C314-93E46A6CF100}"/>
          </ac:spMkLst>
        </pc:spChg>
        <pc:spChg chg="add mod">
          <ac:chgData name="Magdalene Lim (RP)" userId="0d83deb8-e9a9-42ab-ae84-75cdb7b5bd8e" providerId="ADAL" clId="{F480144D-229B-4504-9707-A45AE5F79E10}" dt="2026-09-16T06:51:08.539" v="207" actId="1076"/>
          <ac:spMkLst>
            <pc:docMk/>
            <pc:sldMk cId="3039506895" sldId="263"/>
            <ac:spMk id="47" creationId="{9B6A3A54-DF2C-6C93-BEC8-1B8522D1440F}"/>
          </ac:spMkLst>
        </pc:spChg>
        <pc:picChg chg="add del">
          <ac:chgData name="Magdalene Lim (RP)" userId="0d83deb8-e9a9-42ab-ae84-75cdb7b5bd8e" providerId="ADAL" clId="{F480144D-229B-4504-9707-A45AE5F79E10}" dt="2026-10-11T08:44:11.877" v="4105" actId="22"/>
          <ac:picMkLst>
            <pc:docMk/>
            <pc:sldMk cId="3039506895" sldId="263"/>
            <ac:picMk id="10" creationId="{8DD7E5E5-11E2-A148-BAF8-3D1096444B5C}"/>
          </ac:picMkLst>
        </pc:picChg>
        <pc:picChg chg="add mod">
          <ac:chgData name="Magdalene Lim (RP)" userId="0d83deb8-e9a9-42ab-ae84-75cdb7b5bd8e" providerId="ADAL" clId="{F480144D-229B-4504-9707-A45AE5F79E10}" dt="2026-10-11T08:44:46.200" v="4114" actId="1076"/>
          <ac:picMkLst>
            <pc:docMk/>
            <pc:sldMk cId="3039506895" sldId="263"/>
            <ac:picMk id="14" creationId="{23AAE7D6-8B90-AB7E-8D6A-FD5F8F77416C}"/>
          </ac:picMkLst>
        </pc:picChg>
      </pc:sldChg>
      <pc:sldChg chg="addSp delSp modSp new mod modNotes modNotesTx">
        <pc:chgData name="Magdalene Lim (RP)" userId="0d83deb8-e9a9-42ab-ae84-75cdb7b5bd8e" providerId="ADAL" clId="{F480144D-229B-4504-9707-A45AE5F79E10}" dt="2026-10-11T09:14:35.716" v="4205" actId="368"/>
        <pc:sldMkLst>
          <pc:docMk/>
          <pc:sldMk cId="3912164408" sldId="264"/>
        </pc:sldMkLst>
        <pc:spChg chg="del mod">
          <ac:chgData name="Magdalene Lim (RP)" userId="0d83deb8-e9a9-42ab-ae84-75cdb7b5bd8e" providerId="ADAL" clId="{F480144D-229B-4504-9707-A45AE5F79E10}" dt="2026-10-11T09:03:10.447" v="4157" actId="478"/>
          <ac:spMkLst>
            <pc:docMk/>
            <pc:sldMk cId="3912164408" sldId="264"/>
            <ac:spMk id="2" creationId="{8DE334B1-0705-3774-BCE2-35AB5037D454}"/>
          </ac:spMkLst>
        </pc:spChg>
        <pc:spChg chg="mod">
          <ac:chgData name="Magdalene Lim (RP)" userId="0d83deb8-e9a9-42ab-ae84-75cdb7b5bd8e" providerId="ADAL" clId="{F480144D-229B-4504-9707-A45AE5F79E10}" dt="2026-09-16T06:51:22.149" v="212" actId="27636"/>
          <ac:spMkLst>
            <pc:docMk/>
            <pc:sldMk cId="3912164408" sldId="264"/>
            <ac:spMk id="3" creationId="{7DDE566D-ADDC-2F32-E4DA-11AA4CB68656}"/>
          </ac:spMkLst>
        </pc:spChg>
        <pc:spChg chg="mod">
          <ac:chgData name="Magdalene Lim (RP)" userId="0d83deb8-e9a9-42ab-ae84-75cdb7b5bd8e" providerId="ADAL" clId="{F480144D-229B-4504-9707-A45AE5F79E10}" dt="2026-09-16T06:52:41.561" v="214" actId="1076"/>
          <ac:spMkLst>
            <pc:docMk/>
            <pc:sldMk cId="3912164408" sldId="264"/>
            <ac:spMk id="5" creationId="{8DA9D530-C311-EAE6-7585-3EA73FC85751}"/>
          </ac:spMkLst>
        </pc:spChg>
        <pc:spChg chg="mod">
          <ac:chgData name="Magdalene Lim (RP)" userId="0d83deb8-e9a9-42ab-ae84-75cdb7b5bd8e" providerId="ADAL" clId="{F480144D-229B-4504-9707-A45AE5F79E10}" dt="2026-09-16T06:52:41.561" v="214" actId="1076"/>
          <ac:spMkLst>
            <pc:docMk/>
            <pc:sldMk cId="3912164408" sldId="264"/>
            <ac:spMk id="7" creationId="{44CB1AFC-D425-C9E7-44FF-E73E834BEB21}"/>
          </ac:spMkLst>
        </pc:spChg>
        <pc:spChg chg="mod">
          <ac:chgData name="Magdalene Lim (RP)" userId="0d83deb8-e9a9-42ab-ae84-75cdb7b5bd8e" providerId="ADAL" clId="{F480144D-229B-4504-9707-A45AE5F79E10}" dt="2026-09-16T06:52:41.561" v="214" actId="1076"/>
          <ac:spMkLst>
            <pc:docMk/>
            <pc:sldMk cId="3912164408" sldId="264"/>
            <ac:spMk id="9" creationId="{25585BA9-F748-EB60-EEED-CE96FD703833}"/>
          </ac:spMkLst>
        </pc:spChg>
        <pc:spChg chg="add mod">
          <ac:chgData name="Magdalene Lim (RP)" userId="0d83deb8-e9a9-42ab-ae84-75cdb7b5bd8e" providerId="ADAL" clId="{F480144D-229B-4504-9707-A45AE5F79E10}" dt="2026-09-16T06:52:44.708" v="215" actId="164"/>
          <ac:spMkLst>
            <pc:docMk/>
            <pc:sldMk cId="3912164408" sldId="264"/>
            <ac:spMk id="13" creationId="{FD2C603A-E366-A314-A362-00C86B440A7D}"/>
          </ac:spMkLst>
        </pc:spChg>
        <pc:spChg chg="add mod">
          <ac:chgData name="Magdalene Lim (RP)" userId="0d83deb8-e9a9-42ab-ae84-75cdb7b5bd8e" providerId="ADAL" clId="{F480144D-229B-4504-9707-A45AE5F79E10}" dt="2026-09-16T06:52:44.708" v="215" actId="164"/>
          <ac:spMkLst>
            <pc:docMk/>
            <pc:sldMk cId="3912164408" sldId="264"/>
            <ac:spMk id="17" creationId="{789F7F34-1291-6D54-2D53-8008A8A4A120}"/>
          </ac:spMkLst>
        </pc:spChg>
        <pc:spChg chg="mod">
          <ac:chgData name="Magdalene Lim (RP)" userId="0d83deb8-e9a9-42ab-ae84-75cdb7b5bd8e" providerId="ADAL" clId="{F480144D-229B-4504-9707-A45AE5F79E10}" dt="2026-09-16T06:52:41.561" v="214" actId="1076"/>
          <ac:spMkLst>
            <pc:docMk/>
            <pc:sldMk cId="3912164408" sldId="264"/>
            <ac:spMk id="19" creationId="{21716A0D-988B-EA38-967A-5206B94CC802}"/>
          </ac:spMkLst>
        </pc:spChg>
        <pc:spChg chg="add mod">
          <ac:chgData name="Magdalene Lim (RP)" userId="0d83deb8-e9a9-42ab-ae84-75cdb7b5bd8e" providerId="ADAL" clId="{F480144D-229B-4504-9707-A45AE5F79E10}" dt="2026-09-16T06:52:44.708" v="215" actId="164"/>
          <ac:spMkLst>
            <pc:docMk/>
            <pc:sldMk cId="3912164408" sldId="264"/>
            <ac:spMk id="21" creationId="{7551F46D-2FBC-191F-F09A-AA5124AAAED5}"/>
          </ac:spMkLst>
        </pc:spChg>
        <pc:spChg chg="add mod">
          <ac:chgData name="Magdalene Lim (RP)" userId="0d83deb8-e9a9-42ab-ae84-75cdb7b5bd8e" providerId="ADAL" clId="{F480144D-229B-4504-9707-A45AE5F79E10}" dt="2026-09-16T06:52:44.708" v="215" actId="164"/>
          <ac:spMkLst>
            <pc:docMk/>
            <pc:sldMk cId="3912164408" sldId="264"/>
            <ac:spMk id="27" creationId="{62839B24-3931-C5CB-AB80-478D20F34D66}"/>
          </ac:spMkLst>
        </pc:spChg>
        <pc:spChg chg="add mod">
          <ac:chgData name="Magdalene Lim (RP)" userId="0d83deb8-e9a9-42ab-ae84-75cdb7b5bd8e" providerId="ADAL" clId="{F480144D-229B-4504-9707-A45AE5F79E10}" dt="2026-09-16T06:52:44.708" v="215" actId="164"/>
          <ac:spMkLst>
            <pc:docMk/>
            <pc:sldMk cId="3912164408" sldId="264"/>
            <ac:spMk id="29" creationId="{C1C0AF64-EBFD-5CF4-CFA1-81E1E51191FE}"/>
          </ac:spMkLst>
        </pc:spChg>
        <pc:spChg chg="add mod">
          <ac:chgData name="Magdalene Lim (RP)" userId="0d83deb8-e9a9-42ab-ae84-75cdb7b5bd8e" providerId="ADAL" clId="{F480144D-229B-4504-9707-A45AE5F79E10}" dt="2026-09-16T06:52:44.708" v="215" actId="164"/>
          <ac:spMkLst>
            <pc:docMk/>
            <pc:sldMk cId="3912164408" sldId="264"/>
            <ac:spMk id="33" creationId="{D6F7E764-CCFE-0692-9820-5505CCF94F64}"/>
          </ac:spMkLst>
        </pc:spChg>
        <pc:spChg chg="mod">
          <ac:chgData name="Magdalene Lim (RP)" userId="0d83deb8-e9a9-42ab-ae84-75cdb7b5bd8e" providerId="ADAL" clId="{F480144D-229B-4504-9707-A45AE5F79E10}" dt="2026-09-16T06:52:41.561" v="214" actId="1076"/>
          <ac:spMkLst>
            <pc:docMk/>
            <pc:sldMk cId="3912164408" sldId="264"/>
            <ac:spMk id="35" creationId="{DBCB33B5-112F-1D21-05AE-9F82FB6CD344}"/>
          </ac:spMkLst>
        </pc:spChg>
        <pc:spChg chg="mod">
          <ac:chgData name="Magdalene Lim (RP)" userId="0d83deb8-e9a9-42ab-ae84-75cdb7b5bd8e" providerId="ADAL" clId="{F480144D-229B-4504-9707-A45AE5F79E10}" dt="2026-09-16T06:52:41.561" v="214" actId="1076"/>
          <ac:spMkLst>
            <pc:docMk/>
            <pc:sldMk cId="3912164408" sldId="264"/>
            <ac:spMk id="37" creationId="{9377C0CE-4B16-4F80-6517-D6E771BA14E5}"/>
          </ac:spMkLst>
        </pc:spChg>
        <pc:spChg chg="mod">
          <ac:chgData name="Magdalene Lim (RP)" userId="0d83deb8-e9a9-42ab-ae84-75cdb7b5bd8e" providerId="ADAL" clId="{F480144D-229B-4504-9707-A45AE5F79E10}" dt="2026-09-16T06:52:41.561" v="214" actId="1076"/>
          <ac:spMkLst>
            <pc:docMk/>
            <pc:sldMk cId="3912164408" sldId="264"/>
            <ac:spMk id="41" creationId="{48A28EFC-9F6B-6CA3-2D72-FC62FA910B46}"/>
          </ac:spMkLst>
        </pc:spChg>
        <pc:spChg chg="mod">
          <ac:chgData name="Magdalene Lim (RP)" userId="0d83deb8-e9a9-42ab-ae84-75cdb7b5bd8e" providerId="ADAL" clId="{F480144D-229B-4504-9707-A45AE5F79E10}" dt="2026-09-16T06:52:41.561" v="214" actId="1076"/>
          <ac:spMkLst>
            <pc:docMk/>
            <pc:sldMk cId="3912164408" sldId="264"/>
            <ac:spMk id="43" creationId="{EBA0B59F-6CE2-758B-C267-1D4A9461DA7A}"/>
          </ac:spMkLst>
        </pc:spChg>
        <pc:spChg chg="add mod">
          <ac:chgData name="Magdalene Lim (RP)" userId="0d83deb8-e9a9-42ab-ae84-75cdb7b5bd8e" providerId="ADAL" clId="{F480144D-229B-4504-9707-A45AE5F79E10}" dt="2026-09-16T06:52:44.708" v="215" actId="164"/>
          <ac:spMkLst>
            <pc:docMk/>
            <pc:sldMk cId="3912164408" sldId="264"/>
            <ac:spMk id="45" creationId="{EE59B6B2-095B-59DF-D359-8984520D94CE}"/>
          </ac:spMkLst>
        </pc:spChg>
        <pc:spChg chg="add mod">
          <ac:chgData name="Magdalene Lim (RP)" userId="0d83deb8-e9a9-42ab-ae84-75cdb7b5bd8e" providerId="ADAL" clId="{F480144D-229B-4504-9707-A45AE5F79E10}" dt="2026-09-16T06:52:44.708" v="215" actId="164"/>
          <ac:spMkLst>
            <pc:docMk/>
            <pc:sldMk cId="3912164408" sldId="264"/>
            <ac:spMk id="47" creationId="{9C75BA9A-CCE1-65AA-7F1E-2E7747DA5C6C}"/>
          </ac:spMkLst>
        </pc:spChg>
        <pc:spChg chg="add mod">
          <ac:chgData name="Magdalene Lim (RP)" userId="0d83deb8-e9a9-42ab-ae84-75cdb7b5bd8e" providerId="ADAL" clId="{F480144D-229B-4504-9707-A45AE5F79E10}" dt="2026-09-16T06:52:44.708" v="215" actId="164"/>
          <ac:spMkLst>
            <pc:docMk/>
            <pc:sldMk cId="3912164408" sldId="264"/>
            <ac:spMk id="49" creationId="{0B377FFE-B302-B2E0-2E76-6EAE9A64A404}"/>
          </ac:spMkLst>
        </pc:spChg>
        <pc:spChg chg="mod">
          <ac:chgData name="Magdalene Lim (RP)" userId="0d83deb8-e9a9-42ab-ae84-75cdb7b5bd8e" providerId="ADAL" clId="{F480144D-229B-4504-9707-A45AE5F79E10}" dt="2026-10-06T08:12:27.295" v="3688" actId="20577"/>
          <ac:spMkLst>
            <pc:docMk/>
            <pc:sldMk cId="3912164408" sldId="264"/>
            <ac:spMk id="53" creationId="{8B339C22-AF86-9D8C-4009-2FA1111B9140}"/>
          </ac:spMkLst>
        </pc:spChg>
        <pc:spChg chg="add mod">
          <ac:chgData name="Magdalene Lim (RP)" userId="0d83deb8-e9a9-42ab-ae84-75cdb7b5bd8e" providerId="ADAL" clId="{F480144D-229B-4504-9707-A45AE5F79E10}" dt="2026-09-16T06:52:44.708" v="215" actId="164"/>
          <ac:spMkLst>
            <pc:docMk/>
            <pc:sldMk cId="3912164408" sldId="264"/>
            <ac:spMk id="55" creationId="{4539F250-ED6A-67DD-FFBE-AF124205E3BE}"/>
          </ac:spMkLst>
        </pc:spChg>
        <pc:grpChg chg="mod">
          <ac:chgData name="Magdalene Lim (RP)" userId="0d83deb8-e9a9-42ab-ae84-75cdb7b5bd8e" providerId="ADAL" clId="{F480144D-229B-4504-9707-A45AE5F79E10}" dt="2026-09-16T06:52:47.325" v="216" actId="1076"/>
          <ac:grpSpMkLst>
            <pc:docMk/>
            <pc:sldMk cId="3912164408" sldId="264"/>
            <ac:grpSpMk id="58" creationId="{5A0E64D5-E0F0-F5D1-C157-D393087D8C4A}"/>
          </ac:grpSpMkLst>
        </pc:grpChg>
      </pc:sldChg>
      <pc:sldChg chg="modSp add mod">
        <pc:chgData name="Magdalene Lim (RP)" userId="0d83deb8-e9a9-42ab-ae84-75cdb7b5bd8e" providerId="ADAL" clId="{F480144D-229B-4504-9707-A45AE5F79E10}" dt="2026-10-11T08:52:07.357" v="4119" actId="26606"/>
        <pc:sldMkLst>
          <pc:docMk/>
          <pc:sldMk cId="3917998090" sldId="267"/>
        </pc:sldMkLst>
        <pc:picChg chg="mod">
          <ac:chgData name="Magdalene Lim (RP)" userId="0d83deb8-e9a9-42ab-ae84-75cdb7b5bd8e" providerId="ADAL" clId="{F480144D-229B-4504-9707-A45AE5F79E10}" dt="2026-10-11T08:52:07.357" v="4119" actId="26606"/>
          <ac:picMkLst>
            <pc:docMk/>
            <pc:sldMk cId="3917998090" sldId="267"/>
            <ac:picMk id="15" creationId="{6E7CC6E6-862A-C77D-0ECF-D48C16732469}"/>
          </ac:picMkLst>
        </pc:picChg>
      </pc:sldChg>
      <pc:sldChg chg="modSp add mod modNotes modNotesTx">
        <pc:chgData name="Magdalene Lim (RP)" userId="0d83deb8-e9a9-42ab-ae84-75cdb7b5bd8e" providerId="ADAL" clId="{F480144D-229B-4504-9707-A45AE5F79E10}" dt="2026-10-11T09:14:35.716" v="4199" actId="368"/>
        <pc:sldMkLst>
          <pc:docMk/>
          <pc:sldMk cId="1998044317" sldId="282"/>
        </pc:sldMkLst>
        <pc:spChg chg="mod">
          <ac:chgData name="Magdalene Lim (RP)" userId="0d83deb8-e9a9-42ab-ae84-75cdb7b5bd8e" providerId="ADAL" clId="{F480144D-229B-4504-9707-A45AE5F79E10}" dt="2026-10-06T07:18:03.086" v="2434" actId="20577"/>
          <ac:spMkLst>
            <pc:docMk/>
            <pc:sldMk cId="1998044317" sldId="282"/>
            <ac:spMk id="2" creationId="{ECEF79A0-8D8B-1CCC-FF86-FD1F7554CF6D}"/>
          </ac:spMkLst>
        </pc:spChg>
      </pc:sldChg>
      <pc:sldChg chg="modSp add mod modNotes">
        <pc:chgData name="Magdalene Lim (RP)" userId="0d83deb8-e9a9-42ab-ae84-75cdb7b5bd8e" providerId="ADAL" clId="{F480144D-229B-4504-9707-A45AE5F79E10}" dt="2026-10-11T08:52:07.357" v="4119" actId="26606"/>
        <pc:sldMkLst>
          <pc:docMk/>
          <pc:sldMk cId="552019704" sldId="290"/>
        </pc:sldMkLst>
        <pc:spChg chg="mod">
          <ac:chgData name="Magdalene Lim (RP)" userId="0d83deb8-e9a9-42ab-ae84-75cdb7b5bd8e" providerId="ADAL" clId="{F480144D-229B-4504-9707-A45AE5F79E10}" dt="2026-10-06T08:15:53.410" v="3706" actId="113"/>
          <ac:spMkLst>
            <pc:docMk/>
            <pc:sldMk cId="552019704" sldId="290"/>
            <ac:spMk id="3" creationId="{F9227114-B39C-B115-332B-40D8745EB592}"/>
          </ac:spMkLst>
        </pc:spChg>
      </pc:sldChg>
      <pc:sldChg chg="modSp add mod">
        <pc:chgData name="Magdalene Lim (RP)" userId="0d83deb8-e9a9-42ab-ae84-75cdb7b5bd8e" providerId="ADAL" clId="{F480144D-229B-4504-9707-A45AE5F79E10}" dt="2026-10-06T07:59:13.071" v="3011" actId="20577"/>
        <pc:sldMkLst>
          <pc:docMk/>
          <pc:sldMk cId="3935850767" sldId="291"/>
        </pc:sldMkLst>
        <pc:spChg chg="mod">
          <ac:chgData name="Magdalene Lim (RP)" userId="0d83deb8-e9a9-42ab-ae84-75cdb7b5bd8e" providerId="ADAL" clId="{F480144D-229B-4504-9707-A45AE5F79E10}" dt="2026-10-06T07:59:13.071" v="3011" actId="20577"/>
          <ac:spMkLst>
            <pc:docMk/>
            <pc:sldMk cId="3935850767" sldId="291"/>
            <ac:spMk id="3" creationId="{10A6DC3A-B3CC-A34A-9D13-49EB05A1CA73}"/>
          </ac:spMkLst>
        </pc:spChg>
      </pc:sldChg>
      <pc:sldChg chg="addSp modSp add mod">
        <pc:chgData name="Magdalene Lim (RP)" userId="0d83deb8-e9a9-42ab-ae84-75cdb7b5bd8e" providerId="ADAL" clId="{F480144D-229B-4504-9707-A45AE5F79E10}" dt="2026-10-11T09:15:30.826" v="4213"/>
        <pc:sldMkLst>
          <pc:docMk/>
          <pc:sldMk cId="1081680909" sldId="297"/>
        </pc:sldMkLst>
        <pc:spChg chg="mod">
          <ac:chgData name="Magdalene Lim (RP)" userId="0d83deb8-e9a9-42ab-ae84-75cdb7b5bd8e" providerId="ADAL" clId="{F480144D-229B-4504-9707-A45AE5F79E10}" dt="2026-10-06T08:17:02.965" v="3721" actId="20577"/>
          <ac:spMkLst>
            <pc:docMk/>
            <pc:sldMk cId="1081680909" sldId="297"/>
            <ac:spMk id="2" creationId="{09252675-CCE8-D924-851F-E5DDD8BFE94A}"/>
          </ac:spMkLst>
        </pc:spChg>
        <pc:spChg chg="add mod">
          <ac:chgData name="Magdalene Lim (RP)" userId="0d83deb8-e9a9-42ab-ae84-75cdb7b5bd8e" providerId="ADAL" clId="{F480144D-229B-4504-9707-A45AE5F79E10}" dt="2026-10-11T09:15:30.826" v="4213"/>
          <ac:spMkLst>
            <pc:docMk/>
            <pc:sldMk cId="1081680909" sldId="297"/>
            <ac:spMk id="4" creationId="{43AA8AFE-D247-DA22-6498-BE04717CCAEE}"/>
          </ac:spMkLst>
        </pc:spChg>
        <pc:spChg chg="mod">
          <ac:chgData name="Magdalene Lim (RP)" userId="0d83deb8-e9a9-42ab-ae84-75cdb7b5bd8e" providerId="ADAL" clId="{F480144D-229B-4504-9707-A45AE5F79E10}" dt="2026-10-11T09:15:30.826" v="4213"/>
          <ac:spMkLst>
            <pc:docMk/>
            <pc:sldMk cId="1081680909" sldId="297"/>
            <ac:spMk id="7" creationId="{DD726DA0-17E8-9789-E98C-B0A25D548554}"/>
          </ac:spMkLst>
        </pc:spChg>
        <pc:grpChg chg="add mod">
          <ac:chgData name="Magdalene Lim (RP)" userId="0d83deb8-e9a9-42ab-ae84-75cdb7b5bd8e" providerId="ADAL" clId="{F480144D-229B-4504-9707-A45AE5F79E10}" dt="2026-10-11T09:15:30.826" v="4213"/>
          <ac:grpSpMkLst>
            <pc:docMk/>
            <pc:sldMk cId="1081680909" sldId="297"/>
            <ac:grpSpMk id="5" creationId="{7540220E-3150-26AA-1F0C-E038C2A6EE4C}"/>
          </ac:grpSpMkLst>
        </pc:grpChg>
        <pc:picChg chg="mod">
          <ac:chgData name="Magdalene Lim (RP)" userId="0d83deb8-e9a9-42ab-ae84-75cdb7b5bd8e" providerId="ADAL" clId="{F480144D-229B-4504-9707-A45AE5F79E10}" dt="2026-10-11T09:15:30.826" v="4213"/>
          <ac:picMkLst>
            <pc:docMk/>
            <pc:sldMk cId="1081680909" sldId="297"/>
            <ac:picMk id="6" creationId="{89A12611-228A-A40A-50F9-04A051287364}"/>
          </ac:picMkLst>
        </pc:picChg>
      </pc:sldChg>
      <pc:sldChg chg="modSp new mod">
        <pc:chgData name="Magdalene Lim (RP)" userId="0d83deb8-e9a9-42ab-ae84-75cdb7b5bd8e" providerId="ADAL" clId="{F480144D-229B-4504-9707-A45AE5F79E10}" dt="2026-10-04T08:55:51.495" v="303" actId="20577"/>
        <pc:sldMkLst>
          <pc:docMk/>
          <pc:sldMk cId="4104755137" sldId="298"/>
        </pc:sldMkLst>
        <pc:spChg chg="mod">
          <ac:chgData name="Magdalene Lim (RP)" userId="0d83deb8-e9a9-42ab-ae84-75cdb7b5bd8e" providerId="ADAL" clId="{F480144D-229B-4504-9707-A45AE5F79E10}" dt="2026-10-04T08:55:51.495" v="303" actId="20577"/>
          <ac:spMkLst>
            <pc:docMk/>
            <pc:sldMk cId="4104755137" sldId="298"/>
            <ac:spMk id="2" creationId="{68C84226-283B-A714-430A-FC3F0B9A0CA0}"/>
          </ac:spMkLst>
        </pc:spChg>
      </pc:sldChg>
      <pc:sldChg chg="add modNotes">
        <pc:chgData name="Magdalene Lim (RP)" userId="0d83deb8-e9a9-42ab-ae84-75cdb7b5bd8e" providerId="ADAL" clId="{F480144D-229B-4504-9707-A45AE5F79E10}" dt="2026-10-11T09:14:35.664" v="4159" actId="368"/>
        <pc:sldMkLst>
          <pc:docMk/>
          <pc:sldMk cId="418390789" sldId="300"/>
        </pc:sldMkLst>
      </pc:sldChg>
      <pc:sldChg chg="add modNotes">
        <pc:chgData name="Magdalene Lim (RP)" userId="0d83deb8-e9a9-42ab-ae84-75cdb7b5bd8e" providerId="ADAL" clId="{F480144D-229B-4504-9707-A45AE5F79E10}" dt="2026-10-11T09:14:35.668" v="4163" actId="368"/>
        <pc:sldMkLst>
          <pc:docMk/>
          <pc:sldMk cId="1288886907" sldId="303"/>
        </pc:sldMkLst>
      </pc:sldChg>
      <pc:sldChg chg="add modNotes">
        <pc:chgData name="Magdalene Lim (RP)" userId="0d83deb8-e9a9-42ab-ae84-75cdb7b5bd8e" providerId="ADAL" clId="{F480144D-229B-4504-9707-A45AE5F79E10}" dt="2026-10-11T09:14:35.668" v="4161" actId="368"/>
        <pc:sldMkLst>
          <pc:docMk/>
          <pc:sldMk cId="1308851478" sldId="304"/>
        </pc:sldMkLst>
      </pc:sldChg>
      <pc:sldChg chg="modSp new mod">
        <pc:chgData name="Magdalene Lim (RP)" userId="0d83deb8-e9a9-42ab-ae84-75cdb7b5bd8e" providerId="ADAL" clId="{F480144D-229B-4504-9707-A45AE5F79E10}" dt="2026-10-04T09:00:15.877" v="383" actId="20577"/>
        <pc:sldMkLst>
          <pc:docMk/>
          <pc:sldMk cId="4095870395" sldId="305"/>
        </pc:sldMkLst>
        <pc:spChg chg="mod">
          <ac:chgData name="Magdalene Lim (RP)" userId="0d83deb8-e9a9-42ab-ae84-75cdb7b5bd8e" providerId="ADAL" clId="{F480144D-229B-4504-9707-A45AE5F79E10}" dt="2026-10-04T09:00:15.877" v="383" actId="20577"/>
          <ac:spMkLst>
            <pc:docMk/>
            <pc:sldMk cId="4095870395" sldId="305"/>
            <ac:spMk id="2" creationId="{99A311B6-9174-7FE2-771F-6642A31D7F74}"/>
          </ac:spMkLst>
        </pc:spChg>
      </pc:sldChg>
      <pc:sldChg chg="addSp delSp modSp add mod">
        <pc:chgData name="Magdalene Lim (RP)" userId="0d83deb8-e9a9-42ab-ae84-75cdb7b5bd8e" providerId="ADAL" clId="{F480144D-229B-4504-9707-A45AE5F79E10}" dt="2026-10-06T06:55:13.493" v="1878" actId="20577"/>
        <pc:sldMkLst>
          <pc:docMk/>
          <pc:sldMk cId="50932173" sldId="410"/>
        </pc:sldMkLst>
        <pc:spChg chg="mod">
          <ac:chgData name="Magdalene Lim (RP)" userId="0d83deb8-e9a9-42ab-ae84-75cdb7b5bd8e" providerId="ADAL" clId="{F480144D-229B-4504-9707-A45AE5F79E10}" dt="2026-10-06T06:55:13.493" v="1878" actId="20577"/>
          <ac:spMkLst>
            <pc:docMk/>
            <pc:sldMk cId="50932173" sldId="410"/>
            <ac:spMk id="2" creationId="{9279712F-3AEC-E4F1-3BDB-4093A247993F}"/>
          </ac:spMkLst>
        </pc:spChg>
        <pc:spChg chg="add mod">
          <ac:chgData name="Magdalene Lim (RP)" userId="0d83deb8-e9a9-42ab-ae84-75cdb7b5bd8e" providerId="ADAL" clId="{F480144D-229B-4504-9707-A45AE5F79E10}" dt="2026-10-04T09:06:03.960" v="498" actId="208"/>
          <ac:spMkLst>
            <pc:docMk/>
            <pc:sldMk cId="50932173" sldId="410"/>
            <ac:spMk id="8" creationId="{A1369945-ED8A-C496-4018-5E8AA6727504}"/>
          </ac:spMkLst>
        </pc:spChg>
        <pc:picChg chg="add mod modCrop">
          <ac:chgData name="Magdalene Lim (RP)" userId="0d83deb8-e9a9-42ab-ae84-75cdb7b5bd8e" providerId="ADAL" clId="{F480144D-229B-4504-9707-A45AE5F79E10}" dt="2026-10-04T09:05:52.682" v="495" actId="1076"/>
          <ac:picMkLst>
            <pc:docMk/>
            <pc:sldMk cId="50932173" sldId="410"/>
            <ac:picMk id="7" creationId="{B4562678-5DC2-FA82-5956-FB12A0618A42}"/>
          </ac:picMkLst>
        </pc:picChg>
      </pc:sldChg>
      <pc:sldChg chg="addSp delSp modSp add mod modNotes modNotesTx">
        <pc:chgData name="Magdalene Lim (RP)" userId="0d83deb8-e9a9-42ab-ae84-75cdb7b5bd8e" providerId="ADAL" clId="{F480144D-229B-4504-9707-A45AE5F79E10}" dt="2026-10-11T09:14:35.668" v="4169" actId="368"/>
        <pc:sldMkLst>
          <pc:docMk/>
          <pc:sldMk cId="2024920195" sldId="412"/>
        </pc:sldMkLst>
        <pc:spChg chg="mod">
          <ac:chgData name="Magdalene Lim (RP)" userId="0d83deb8-e9a9-42ab-ae84-75cdb7b5bd8e" providerId="ADAL" clId="{F480144D-229B-4504-9707-A45AE5F79E10}" dt="2026-10-04T09:16:56.267" v="1104" actId="20577"/>
          <ac:spMkLst>
            <pc:docMk/>
            <pc:sldMk cId="2024920195" sldId="412"/>
            <ac:spMk id="2" creationId="{E9744CB1-AFF5-78B1-D337-6428314F592D}"/>
          </ac:spMkLst>
        </pc:spChg>
        <pc:graphicFrameChg chg="add mod modGraphic">
          <ac:chgData name="Magdalene Lim (RP)" userId="0d83deb8-e9a9-42ab-ae84-75cdb7b5bd8e" providerId="ADAL" clId="{F480144D-229B-4504-9707-A45AE5F79E10}" dt="2026-10-04T09:25:36.405" v="1125" actId="2165"/>
          <ac:graphicFrameMkLst>
            <pc:docMk/>
            <pc:sldMk cId="2024920195" sldId="412"/>
            <ac:graphicFrameMk id="4" creationId="{DBA3D915-C294-20B2-4771-AB5D2DBB347D}"/>
          </ac:graphicFrameMkLst>
        </pc:graphicFrameChg>
        <pc:picChg chg="add mod">
          <ac:chgData name="Magdalene Lim (RP)" userId="0d83deb8-e9a9-42ab-ae84-75cdb7b5bd8e" providerId="ADAL" clId="{F480144D-229B-4504-9707-A45AE5F79E10}" dt="2026-10-04T09:25:20.491" v="1117" actId="1076"/>
          <ac:picMkLst>
            <pc:docMk/>
            <pc:sldMk cId="2024920195" sldId="412"/>
            <ac:picMk id="7" creationId="{27D86388-8036-CDD0-51CA-B909E7132054}"/>
          </ac:picMkLst>
        </pc:picChg>
      </pc:sldChg>
      <pc:sldChg chg="modSp add del mod modNotes">
        <pc:chgData name="Magdalene Lim (RP)" userId="0d83deb8-e9a9-42ab-ae84-75cdb7b5bd8e" providerId="ADAL" clId="{F480144D-229B-4504-9707-A45AE5F79E10}" dt="2026-10-11T09:14:47.731" v="4207" actId="47"/>
        <pc:sldMkLst>
          <pc:docMk/>
          <pc:sldMk cId="589077541" sldId="413"/>
        </pc:sldMkLst>
        <pc:graphicFrameChg chg="mod modGraphic">
          <ac:chgData name="Magdalene Lim (RP)" userId="0d83deb8-e9a9-42ab-ae84-75cdb7b5bd8e" providerId="ADAL" clId="{F480144D-229B-4504-9707-A45AE5F79E10}" dt="2026-10-04T09:27:54.419" v="1157" actId="207"/>
          <ac:graphicFrameMkLst>
            <pc:docMk/>
            <pc:sldMk cId="589077541" sldId="413"/>
            <ac:graphicFrameMk id="4" creationId="{ED995898-0684-4E77-6B1A-C9B4D0168845}"/>
          </ac:graphicFrameMkLst>
        </pc:graphicFrameChg>
      </pc:sldChg>
      <pc:sldChg chg="modSp add del mod modNotes">
        <pc:chgData name="Magdalene Lim (RP)" userId="0d83deb8-e9a9-42ab-ae84-75cdb7b5bd8e" providerId="ADAL" clId="{F480144D-229B-4504-9707-A45AE5F79E10}" dt="2026-10-11T09:14:44.708" v="4206" actId="47"/>
        <pc:sldMkLst>
          <pc:docMk/>
          <pc:sldMk cId="835176536" sldId="414"/>
        </pc:sldMkLst>
      </pc:sldChg>
      <pc:sldChg chg="delSp modSp add mod modNotes modNotesTx">
        <pc:chgData name="Magdalene Lim (RP)" userId="0d83deb8-e9a9-42ab-ae84-75cdb7b5bd8e" providerId="ADAL" clId="{F480144D-229B-4504-9707-A45AE5F79E10}" dt="2026-10-11T08:52:07.357" v="4119" actId="26606"/>
        <pc:sldMkLst>
          <pc:docMk/>
          <pc:sldMk cId="2372311249" sldId="415"/>
        </pc:sldMkLst>
        <pc:spChg chg="mod">
          <ac:chgData name="Magdalene Lim (RP)" userId="0d83deb8-e9a9-42ab-ae84-75cdb7b5bd8e" providerId="ADAL" clId="{F480144D-229B-4504-9707-A45AE5F79E10}" dt="2026-10-04T09:29:48.736" v="1213" actId="113"/>
          <ac:spMkLst>
            <pc:docMk/>
            <pc:sldMk cId="2372311249" sldId="415"/>
            <ac:spMk id="2" creationId="{9FAA2A37-9218-D34A-FD62-BD004F8E4944}"/>
          </ac:spMkLst>
        </pc:spChg>
      </pc:sldChg>
      <pc:sldChg chg="modSp add del mod modNotes modNotesTx">
        <pc:chgData name="Magdalene Lim (RP)" userId="0d83deb8-e9a9-42ab-ae84-75cdb7b5bd8e" providerId="ADAL" clId="{F480144D-229B-4504-9707-A45AE5F79E10}" dt="2026-10-11T09:14:49.914" v="4208" actId="47"/>
        <pc:sldMkLst>
          <pc:docMk/>
          <pc:sldMk cId="2996789135" sldId="416"/>
        </pc:sldMkLst>
        <pc:spChg chg="mod">
          <ac:chgData name="Magdalene Lim (RP)" userId="0d83deb8-e9a9-42ab-ae84-75cdb7b5bd8e" providerId="ADAL" clId="{F480144D-229B-4504-9707-A45AE5F79E10}" dt="2026-10-04T09:30:32.188" v="1221" actId="207"/>
          <ac:spMkLst>
            <pc:docMk/>
            <pc:sldMk cId="2996789135" sldId="416"/>
            <ac:spMk id="2" creationId="{4CFE7E5C-7525-E14A-1F0E-C0733D965D82}"/>
          </ac:spMkLst>
        </pc:spChg>
      </pc:sldChg>
      <pc:sldChg chg="addSp delSp modSp add del mod modNotes">
        <pc:chgData name="Magdalene Lim (RP)" userId="0d83deb8-e9a9-42ab-ae84-75cdb7b5bd8e" providerId="ADAL" clId="{F480144D-229B-4504-9707-A45AE5F79E10}" dt="2026-10-11T09:14:52.486" v="4209" actId="47"/>
        <pc:sldMkLst>
          <pc:docMk/>
          <pc:sldMk cId="441892257" sldId="418"/>
        </pc:sldMkLst>
        <pc:spChg chg="mod">
          <ac:chgData name="Magdalene Lim (RP)" userId="0d83deb8-e9a9-42ab-ae84-75cdb7b5bd8e" providerId="ADAL" clId="{F480144D-229B-4504-9707-A45AE5F79E10}" dt="2026-10-06T06:37:28.551" v="1448"/>
          <ac:spMkLst>
            <pc:docMk/>
            <pc:sldMk cId="441892257" sldId="418"/>
            <ac:spMk id="2" creationId="{6E15C76C-6F8E-E964-2246-9A1764CF31C0}"/>
          </ac:spMkLst>
        </pc:spChg>
        <pc:graphicFrameChg chg="mod modGraphic">
          <ac:chgData name="Magdalene Lim (RP)" userId="0d83deb8-e9a9-42ab-ae84-75cdb7b5bd8e" providerId="ADAL" clId="{F480144D-229B-4504-9707-A45AE5F79E10}" dt="2026-10-04T09:38:27.446" v="1376" actId="14734"/>
          <ac:graphicFrameMkLst>
            <pc:docMk/>
            <pc:sldMk cId="441892257" sldId="418"/>
            <ac:graphicFrameMk id="12" creationId="{E1794F15-87C2-6E27-3AB8-F962B91996CC}"/>
          </ac:graphicFrameMkLst>
        </pc:graphicFrameChg>
        <pc:picChg chg="add">
          <ac:chgData name="Magdalene Lim (RP)" userId="0d83deb8-e9a9-42ab-ae84-75cdb7b5bd8e" providerId="ADAL" clId="{F480144D-229B-4504-9707-A45AE5F79E10}" dt="2026-10-04T09:38:19" v="1372" actId="22"/>
          <ac:picMkLst>
            <pc:docMk/>
            <pc:sldMk cId="441892257" sldId="418"/>
            <ac:picMk id="5" creationId="{CF7D88E9-73BD-31B4-A73C-A70A31313C76}"/>
          </ac:picMkLst>
        </pc:picChg>
      </pc:sldChg>
      <pc:sldChg chg="addSp delSp modSp add del mod modAnim modNotes modNotesTx">
        <pc:chgData name="Magdalene Lim (RP)" userId="0d83deb8-e9a9-42ab-ae84-75cdb7b5bd8e" providerId="ADAL" clId="{F480144D-229B-4504-9707-A45AE5F79E10}" dt="2026-10-11T09:14:59.068" v="4210" actId="47"/>
        <pc:sldMkLst>
          <pc:docMk/>
          <pc:sldMk cId="1836213509" sldId="420"/>
        </pc:sldMkLst>
        <pc:spChg chg="mod">
          <ac:chgData name="Magdalene Lim (RP)" userId="0d83deb8-e9a9-42ab-ae84-75cdb7b5bd8e" providerId="ADAL" clId="{F480144D-229B-4504-9707-A45AE5F79E10}" dt="2026-10-06T06:53:59.042" v="1854" actId="14100"/>
          <ac:spMkLst>
            <pc:docMk/>
            <pc:sldMk cId="1836213509" sldId="420"/>
            <ac:spMk id="2" creationId="{DB98282D-6552-F56A-357F-5D53F8904EFD}"/>
          </ac:spMkLst>
        </pc:spChg>
        <pc:spChg chg="add mod">
          <ac:chgData name="Magdalene Lim (RP)" userId="0d83deb8-e9a9-42ab-ae84-75cdb7b5bd8e" providerId="ADAL" clId="{F480144D-229B-4504-9707-A45AE5F79E10}" dt="2026-10-06T06:59:12.925" v="2082" actId="404"/>
          <ac:spMkLst>
            <pc:docMk/>
            <pc:sldMk cId="1836213509" sldId="420"/>
            <ac:spMk id="7" creationId="{2BE475ED-BBB3-03FA-F5CE-ED17D67B6CD6}"/>
          </ac:spMkLst>
        </pc:spChg>
        <pc:spChg chg="add mod">
          <ac:chgData name="Magdalene Lim (RP)" userId="0d83deb8-e9a9-42ab-ae84-75cdb7b5bd8e" providerId="ADAL" clId="{F480144D-229B-4504-9707-A45AE5F79E10}" dt="2026-10-06T06:59:31.640" v="2084" actId="13926"/>
          <ac:spMkLst>
            <pc:docMk/>
            <pc:sldMk cId="1836213509" sldId="420"/>
            <ac:spMk id="8" creationId="{BFE6FAAD-7152-C8E7-2CAC-3824A395CE9F}"/>
          </ac:spMkLst>
        </pc:spChg>
        <pc:picChg chg="add mod">
          <ac:chgData name="Magdalene Lim (RP)" userId="0d83deb8-e9a9-42ab-ae84-75cdb7b5bd8e" providerId="ADAL" clId="{F480144D-229B-4504-9707-A45AE5F79E10}" dt="2026-10-06T06:58:57.888" v="2077" actId="1076"/>
          <ac:picMkLst>
            <pc:docMk/>
            <pc:sldMk cId="1836213509" sldId="420"/>
            <ac:picMk id="5" creationId="{AF734E51-FAA2-F516-F38F-6D5164CD6D16}"/>
          </ac:picMkLst>
        </pc:picChg>
        <pc:picChg chg="mod">
          <ac:chgData name="Magdalene Lim (RP)" userId="0d83deb8-e9a9-42ab-ae84-75cdb7b5bd8e" providerId="ADAL" clId="{F480144D-229B-4504-9707-A45AE5F79E10}" dt="2026-10-06T06:53:53.742" v="1852" actId="1076"/>
          <ac:picMkLst>
            <pc:docMk/>
            <pc:sldMk cId="1836213509" sldId="420"/>
            <ac:picMk id="6" creationId="{6CBBD7FF-FA9C-C8A6-3488-59F96D121866}"/>
          </ac:picMkLst>
        </pc:picChg>
      </pc:sldChg>
      <pc:sldChg chg="modSp new mod">
        <pc:chgData name="Magdalene Lim (RP)" userId="0d83deb8-e9a9-42ab-ae84-75cdb7b5bd8e" providerId="ADAL" clId="{F480144D-229B-4504-9707-A45AE5F79E10}" dt="2026-10-06T07:04:32.333" v="2374" actId="6549"/>
        <pc:sldMkLst>
          <pc:docMk/>
          <pc:sldMk cId="2127043867" sldId="421"/>
        </pc:sldMkLst>
        <pc:spChg chg="mod">
          <ac:chgData name="Magdalene Lim (RP)" userId="0d83deb8-e9a9-42ab-ae84-75cdb7b5bd8e" providerId="ADAL" clId="{F480144D-229B-4504-9707-A45AE5F79E10}" dt="2026-10-06T07:04:32.333" v="2374" actId="6549"/>
          <ac:spMkLst>
            <pc:docMk/>
            <pc:sldMk cId="2127043867" sldId="421"/>
            <ac:spMk id="2" creationId="{165AC0FB-7BEE-0A21-084E-13B2CBF4FF78}"/>
          </ac:spMkLst>
        </pc:spChg>
      </pc:sldChg>
      <pc:sldChg chg="addSp delSp modSp new mod ord modClrScheme chgLayout modNotes modNotesTx">
        <pc:chgData name="Magdalene Lim (RP)" userId="0d83deb8-e9a9-42ab-ae84-75cdb7b5bd8e" providerId="ADAL" clId="{F480144D-229B-4504-9707-A45AE5F79E10}" dt="2026-10-11T09:14:35.716" v="4197" actId="368"/>
        <pc:sldMkLst>
          <pc:docMk/>
          <pc:sldMk cId="2309216715" sldId="422"/>
        </pc:sldMkLst>
        <pc:spChg chg="mod">
          <ac:chgData name="Magdalene Lim (RP)" userId="0d83deb8-e9a9-42ab-ae84-75cdb7b5bd8e" providerId="ADAL" clId="{F480144D-229B-4504-9707-A45AE5F79E10}" dt="2026-10-06T07:12:14.773" v="2400" actId="26606"/>
          <ac:spMkLst>
            <pc:docMk/>
            <pc:sldMk cId="2309216715" sldId="422"/>
            <ac:spMk id="3" creationId="{E7CC51B7-8B7F-809F-04E4-6072B1810379}"/>
          </ac:spMkLst>
        </pc:spChg>
        <pc:spChg chg="add mod">
          <ac:chgData name="Magdalene Lim (RP)" userId="0d83deb8-e9a9-42ab-ae84-75cdb7b5bd8e" providerId="ADAL" clId="{F480144D-229B-4504-9707-A45AE5F79E10}" dt="2026-10-06T08:21:59.651" v="3781" actId="207"/>
          <ac:spMkLst>
            <pc:docMk/>
            <pc:sldMk cId="2309216715" sldId="422"/>
            <ac:spMk id="6" creationId="{0C196BDD-1459-ECA9-56DB-1DD5D9EC1F52}"/>
          </ac:spMkLst>
        </pc:spChg>
        <pc:spChg chg="add mod">
          <ac:chgData name="Magdalene Lim (RP)" userId="0d83deb8-e9a9-42ab-ae84-75cdb7b5bd8e" providerId="ADAL" clId="{F480144D-229B-4504-9707-A45AE5F79E10}" dt="2026-10-06T07:15:41.686" v="2418" actId="14100"/>
          <ac:spMkLst>
            <pc:docMk/>
            <pc:sldMk cId="2309216715" sldId="422"/>
            <ac:spMk id="9" creationId="{1562686A-C255-5695-6030-7C60FD799C4B}"/>
          </ac:spMkLst>
        </pc:spChg>
        <pc:graphicFrameChg chg="add mod modGraphic">
          <ac:chgData name="Magdalene Lim (RP)" userId="0d83deb8-e9a9-42ab-ae84-75cdb7b5bd8e" providerId="ADAL" clId="{F480144D-229B-4504-9707-A45AE5F79E10}" dt="2026-10-06T07:15:35.462" v="2416" actId="1076"/>
          <ac:graphicFrameMkLst>
            <pc:docMk/>
            <pc:sldMk cId="2309216715" sldId="422"/>
            <ac:graphicFrameMk id="5" creationId="{8A19DB91-B3E1-4817-D4C5-C56C73A8FF18}"/>
          </ac:graphicFrameMkLst>
        </pc:graphicFrameChg>
        <pc:picChg chg="add mod">
          <ac:chgData name="Magdalene Lim (RP)" userId="0d83deb8-e9a9-42ab-ae84-75cdb7b5bd8e" providerId="ADAL" clId="{F480144D-229B-4504-9707-A45AE5F79E10}" dt="2026-10-06T07:15:50.366" v="2420" actId="1076"/>
          <ac:picMkLst>
            <pc:docMk/>
            <pc:sldMk cId="2309216715" sldId="422"/>
            <ac:picMk id="4" creationId="{68E9D141-3901-6B96-5866-4E3098E014D5}"/>
          </ac:picMkLst>
        </pc:picChg>
      </pc:sldChg>
      <pc:sldChg chg="modSp add mod modNotes modNotesTx">
        <pc:chgData name="Magdalene Lim (RP)" userId="0d83deb8-e9a9-42ab-ae84-75cdb7b5bd8e" providerId="ADAL" clId="{F480144D-229B-4504-9707-A45AE5F79E10}" dt="2026-10-11T09:14:35.716" v="4201" actId="368"/>
        <pc:sldMkLst>
          <pc:docMk/>
          <pc:sldMk cId="3201443413" sldId="423"/>
        </pc:sldMkLst>
        <pc:spChg chg="mod">
          <ac:chgData name="Magdalene Lim (RP)" userId="0d83deb8-e9a9-42ab-ae84-75cdb7b5bd8e" providerId="ADAL" clId="{F480144D-229B-4504-9707-A45AE5F79E10}" dt="2026-10-06T07:19:05.887" v="2440" actId="1076"/>
          <ac:spMkLst>
            <pc:docMk/>
            <pc:sldMk cId="3201443413" sldId="423"/>
            <ac:spMk id="5" creationId="{C048780F-A9CD-1F33-5327-FC85FACE2E97}"/>
          </ac:spMkLst>
        </pc:spChg>
        <pc:spChg chg="mod">
          <ac:chgData name="Magdalene Lim (RP)" userId="0d83deb8-e9a9-42ab-ae84-75cdb7b5bd8e" providerId="ADAL" clId="{F480144D-229B-4504-9707-A45AE5F79E10}" dt="2026-10-06T07:19:05.887" v="2440" actId="1076"/>
          <ac:spMkLst>
            <pc:docMk/>
            <pc:sldMk cId="3201443413" sldId="423"/>
            <ac:spMk id="6" creationId="{688C0639-5F3B-2EB4-0873-ECDAC410DCDA}"/>
          </ac:spMkLst>
        </pc:spChg>
        <pc:spChg chg="mod">
          <ac:chgData name="Magdalene Lim (RP)" userId="0d83deb8-e9a9-42ab-ae84-75cdb7b5bd8e" providerId="ADAL" clId="{F480144D-229B-4504-9707-A45AE5F79E10}" dt="2026-10-06T07:25:22.779" v="2464" actId="20577"/>
          <ac:spMkLst>
            <pc:docMk/>
            <pc:sldMk cId="3201443413" sldId="423"/>
            <ac:spMk id="7" creationId="{83BB6148-4DF6-C705-DBF8-724CCF28D71D}"/>
          </ac:spMkLst>
        </pc:spChg>
        <pc:spChg chg="mod">
          <ac:chgData name="Magdalene Lim (RP)" userId="0d83deb8-e9a9-42ab-ae84-75cdb7b5bd8e" providerId="ADAL" clId="{F480144D-229B-4504-9707-A45AE5F79E10}" dt="2026-10-06T07:18:54.600" v="2436" actId="1076"/>
          <ac:spMkLst>
            <pc:docMk/>
            <pc:sldMk cId="3201443413" sldId="423"/>
            <ac:spMk id="8" creationId="{DB5A0B0C-BA0B-F60D-5E3E-EBFE19C13640}"/>
          </ac:spMkLst>
        </pc:spChg>
        <pc:spChg chg="mod">
          <ac:chgData name="Magdalene Lim (RP)" userId="0d83deb8-e9a9-42ab-ae84-75cdb7b5bd8e" providerId="ADAL" clId="{F480144D-229B-4504-9707-A45AE5F79E10}" dt="2026-10-06T08:30:33.782" v="3933"/>
          <ac:spMkLst>
            <pc:docMk/>
            <pc:sldMk cId="3201443413" sldId="423"/>
            <ac:spMk id="9" creationId="{AA9E5EA9-6275-8002-71C0-49F250683BE6}"/>
          </ac:spMkLst>
        </pc:spChg>
        <pc:spChg chg="mod">
          <ac:chgData name="Magdalene Lim (RP)" userId="0d83deb8-e9a9-42ab-ae84-75cdb7b5bd8e" providerId="ADAL" clId="{F480144D-229B-4504-9707-A45AE5F79E10}" dt="2026-10-06T07:19:05.887" v="2440" actId="1076"/>
          <ac:spMkLst>
            <pc:docMk/>
            <pc:sldMk cId="3201443413" sldId="423"/>
            <ac:spMk id="10" creationId="{FBFE9F9C-615A-90FB-8448-20B8B90B0E83}"/>
          </ac:spMkLst>
        </pc:spChg>
        <pc:spChg chg="mod">
          <ac:chgData name="Magdalene Lim (RP)" userId="0d83deb8-e9a9-42ab-ae84-75cdb7b5bd8e" providerId="ADAL" clId="{F480144D-229B-4504-9707-A45AE5F79E10}" dt="2026-10-06T07:19:05.887" v="2440" actId="1076"/>
          <ac:spMkLst>
            <pc:docMk/>
            <pc:sldMk cId="3201443413" sldId="423"/>
            <ac:spMk id="11" creationId="{60126E81-B21C-B499-CCDB-37EFF205B5F1}"/>
          </ac:spMkLst>
        </pc:spChg>
        <pc:spChg chg="mod">
          <ac:chgData name="Magdalene Lim (RP)" userId="0d83deb8-e9a9-42ab-ae84-75cdb7b5bd8e" providerId="ADAL" clId="{F480144D-229B-4504-9707-A45AE5F79E10}" dt="2026-10-06T07:19:05.887" v="2440" actId="1076"/>
          <ac:spMkLst>
            <pc:docMk/>
            <pc:sldMk cId="3201443413" sldId="423"/>
            <ac:spMk id="12" creationId="{171DCAC2-2BF7-E2EA-1CF5-04C09963F6E9}"/>
          </ac:spMkLst>
        </pc:spChg>
        <pc:spChg chg="mod">
          <ac:chgData name="Magdalene Lim (RP)" userId="0d83deb8-e9a9-42ab-ae84-75cdb7b5bd8e" providerId="ADAL" clId="{F480144D-229B-4504-9707-A45AE5F79E10}" dt="2026-10-06T08:31:07.841" v="3936" actId="20577"/>
          <ac:spMkLst>
            <pc:docMk/>
            <pc:sldMk cId="3201443413" sldId="423"/>
            <ac:spMk id="13" creationId="{AC9EFB71-6BB8-46F0-DB59-3A991DD5AC40}"/>
          </ac:spMkLst>
        </pc:spChg>
        <pc:spChg chg="mod">
          <ac:chgData name="Magdalene Lim (RP)" userId="0d83deb8-e9a9-42ab-ae84-75cdb7b5bd8e" providerId="ADAL" clId="{F480144D-229B-4504-9707-A45AE5F79E10}" dt="2026-10-06T08:31:30.738" v="3937"/>
          <ac:spMkLst>
            <pc:docMk/>
            <pc:sldMk cId="3201443413" sldId="423"/>
            <ac:spMk id="14" creationId="{AC6868D0-9669-A91A-41FF-7B236A4BD205}"/>
          </ac:spMkLst>
        </pc:spChg>
        <pc:spChg chg="mod">
          <ac:chgData name="Magdalene Lim (RP)" userId="0d83deb8-e9a9-42ab-ae84-75cdb7b5bd8e" providerId="ADAL" clId="{F480144D-229B-4504-9707-A45AE5F79E10}" dt="2026-10-06T07:18:58.809" v="2438" actId="1076"/>
          <ac:spMkLst>
            <pc:docMk/>
            <pc:sldMk cId="3201443413" sldId="423"/>
            <ac:spMk id="15" creationId="{BF94D0CE-7DC8-0ABB-1007-96FDD0F1E0C1}"/>
          </ac:spMkLst>
        </pc:spChg>
        <pc:spChg chg="mod">
          <ac:chgData name="Magdalene Lim (RP)" userId="0d83deb8-e9a9-42ab-ae84-75cdb7b5bd8e" providerId="ADAL" clId="{F480144D-229B-4504-9707-A45AE5F79E10}" dt="2026-10-06T07:19:05.887" v="2440" actId="1076"/>
          <ac:spMkLst>
            <pc:docMk/>
            <pc:sldMk cId="3201443413" sldId="423"/>
            <ac:spMk id="17" creationId="{8B815475-B999-44EC-3331-71D03263ED7F}"/>
          </ac:spMkLst>
        </pc:spChg>
        <pc:spChg chg="mod">
          <ac:chgData name="Magdalene Lim (RP)" userId="0d83deb8-e9a9-42ab-ae84-75cdb7b5bd8e" providerId="ADAL" clId="{F480144D-229B-4504-9707-A45AE5F79E10}" dt="2026-10-06T07:19:05.887" v="2440" actId="1076"/>
          <ac:spMkLst>
            <pc:docMk/>
            <pc:sldMk cId="3201443413" sldId="423"/>
            <ac:spMk id="32" creationId="{79973399-FBEB-A73A-0929-6E6957A7D083}"/>
          </ac:spMkLst>
        </pc:spChg>
        <pc:picChg chg="mod">
          <ac:chgData name="Magdalene Lim (RP)" userId="0d83deb8-e9a9-42ab-ae84-75cdb7b5bd8e" providerId="ADAL" clId="{F480144D-229B-4504-9707-A45AE5F79E10}" dt="2026-10-06T07:18:54.600" v="2436" actId="1076"/>
          <ac:picMkLst>
            <pc:docMk/>
            <pc:sldMk cId="3201443413" sldId="423"/>
            <ac:picMk id="20" creationId="{6280669B-FBB9-7C8B-422E-B4360DC671A0}"/>
          </ac:picMkLst>
        </pc:picChg>
        <pc:picChg chg="mod">
          <ac:chgData name="Magdalene Lim (RP)" userId="0d83deb8-e9a9-42ab-ae84-75cdb7b5bd8e" providerId="ADAL" clId="{F480144D-229B-4504-9707-A45AE5F79E10}" dt="2026-10-06T07:19:05.887" v="2440" actId="1076"/>
          <ac:picMkLst>
            <pc:docMk/>
            <pc:sldMk cId="3201443413" sldId="423"/>
            <ac:picMk id="22" creationId="{DC3CF583-7AE8-0474-9888-2E5F41F1A1DB}"/>
          </ac:picMkLst>
        </pc:picChg>
        <pc:picChg chg="mod">
          <ac:chgData name="Magdalene Lim (RP)" userId="0d83deb8-e9a9-42ab-ae84-75cdb7b5bd8e" providerId="ADAL" clId="{F480144D-229B-4504-9707-A45AE5F79E10}" dt="2026-10-06T07:19:05.887" v="2440" actId="1076"/>
          <ac:picMkLst>
            <pc:docMk/>
            <pc:sldMk cId="3201443413" sldId="423"/>
            <ac:picMk id="26" creationId="{79D00332-B645-2A0B-86CC-292FB143B7F3}"/>
          </ac:picMkLst>
        </pc:picChg>
        <pc:cxnChg chg="mod">
          <ac:chgData name="Magdalene Lim (RP)" userId="0d83deb8-e9a9-42ab-ae84-75cdb7b5bd8e" providerId="ADAL" clId="{F480144D-229B-4504-9707-A45AE5F79E10}" dt="2026-10-06T07:19:09.221" v="2441" actId="14100"/>
          <ac:cxnSpMkLst>
            <pc:docMk/>
            <pc:sldMk cId="3201443413" sldId="423"/>
            <ac:cxnSpMk id="19" creationId="{8F17D2E2-735B-2164-7D0F-CF0EF527EE04}"/>
          </ac:cxnSpMkLst>
        </pc:cxnChg>
      </pc:sldChg>
      <pc:sldChg chg="addSp modSp new mod modNotes">
        <pc:chgData name="Magdalene Lim (RP)" userId="0d83deb8-e9a9-42ab-ae84-75cdb7b5bd8e" providerId="ADAL" clId="{F480144D-229B-4504-9707-A45AE5F79E10}" dt="2026-10-11T09:14:35.716" v="4203" actId="368"/>
        <pc:sldMkLst>
          <pc:docMk/>
          <pc:sldMk cId="1771945802" sldId="424"/>
        </pc:sldMkLst>
        <pc:spChg chg="mod">
          <ac:chgData name="Magdalene Lim (RP)" userId="0d83deb8-e9a9-42ab-ae84-75cdb7b5bd8e" providerId="ADAL" clId="{F480144D-229B-4504-9707-A45AE5F79E10}" dt="2026-10-06T07:41:44.615" v="2657" actId="5793"/>
          <ac:spMkLst>
            <pc:docMk/>
            <pc:sldMk cId="1771945802" sldId="424"/>
            <ac:spMk id="2" creationId="{403DD839-189C-E115-C55C-D522A107A0AE}"/>
          </ac:spMkLst>
        </pc:spChg>
        <pc:spChg chg="mod">
          <ac:chgData name="Magdalene Lim (RP)" userId="0d83deb8-e9a9-42ab-ae84-75cdb7b5bd8e" providerId="ADAL" clId="{F480144D-229B-4504-9707-A45AE5F79E10}" dt="2026-10-06T08:48:41.043" v="3958" actId="20577"/>
          <ac:spMkLst>
            <pc:docMk/>
            <pc:sldMk cId="1771945802" sldId="424"/>
            <ac:spMk id="3" creationId="{55FE9397-0CE2-E409-552A-983C6F2E3C9F}"/>
          </ac:spMkLst>
        </pc:spChg>
        <pc:graphicFrameChg chg="add mod modGraphic">
          <ac:chgData name="Magdalene Lim (RP)" userId="0d83deb8-e9a9-42ab-ae84-75cdb7b5bd8e" providerId="ADAL" clId="{F480144D-229B-4504-9707-A45AE5F79E10}" dt="2026-10-06T08:00:07.961" v="3017" actId="242"/>
          <ac:graphicFrameMkLst>
            <pc:docMk/>
            <pc:sldMk cId="1771945802" sldId="424"/>
            <ac:graphicFrameMk id="4" creationId="{D9070DCB-F2DD-7CEC-EF0E-3F6467364279}"/>
          </ac:graphicFrameMkLst>
        </pc:graphicFrameChg>
        <pc:picChg chg="add mod">
          <ac:chgData name="Magdalene Lim (RP)" userId="0d83deb8-e9a9-42ab-ae84-75cdb7b5bd8e" providerId="ADAL" clId="{F480144D-229B-4504-9707-A45AE5F79E10}" dt="2026-10-06T07:41:42.768" v="2656" actId="208"/>
          <ac:picMkLst>
            <pc:docMk/>
            <pc:sldMk cId="1771945802" sldId="424"/>
            <ac:picMk id="6" creationId="{5FEFF6B9-C740-FA25-038E-40CED4A4A194}"/>
          </ac:picMkLst>
        </pc:picChg>
      </pc:sldChg>
      <pc:sldChg chg="modSp add del mod">
        <pc:chgData name="Magdalene Lim (RP)" userId="0d83deb8-e9a9-42ab-ae84-75cdb7b5bd8e" providerId="ADAL" clId="{F480144D-229B-4504-9707-A45AE5F79E10}" dt="2026-10-11T09:15:03.930" v="4211" actId="47"/>
        <pc:sldMkLst>
          <pc:docMk/>
          <pc:sldMk cId="3470128425" sldId="426"/>
        </pc:sldMkLst>
        <pc:spChg chg="mod">
          <ac:chgData name="Magdalene Lim (RP)" userId="0d83deb8-e9a9-42ab-ae84-75cdb7b5bd8e" providerId="ADAL" clId="{F480144D-229B-4504-9707-A45AE5F79E10}" dt="2026-10-06T08:48:43.931" v="3960" actId="20577"/>
          <ac:spMkLst>
            <pc:docMk/>
            <pc:sldMk cId="3470128425" sldId="426"/>
            <ac:spMk id="3" creationId="{C948116A-B6D2-BA8A-C28D-06BCD9EBFDDE}"/>
          </ac:spMkLst>
        </pc:spChg>
        <pc:graphicFrameChg chg="mod modGraphic">
          <ac:chgData name="Magdalene Lim (RP)" userId="0d83deb8-e9a9-42ab-ae84-75cdb7b5bd8e" providerId="ADAL" clId="{F480144D-229B-4504-9707-A45AE5F79E10}" dt="2026-10-06T07:59:58.818" v="3015" actId="242"/>
          <ac:graphicFrameMkLst>
            <pc:docMk/>
            <pc:sldMk cId="3470128425" sldId="426"/>
            <ac:graphicFrameMk id="4" creationId="{751EE746-2F71-6452-0864-1FC70CDBB20C}"/>
          </ac:graphicFrameMkLst>
        </pc:graphicFrameChg>
        <pc:picChg chg="mod">
          <ac:chgData name="Magdalene Lim (RP)" userId="0d83deb8-e9a9-42ab-ae84-75cdb7b5bd8e" providerId="ADAL" clId="{F480144D-229B-4504-9707-A45AE5F79E10}" dt="2026-10-06T07:49:15.236" v="2778" actId="1076"/>
          <ac:picMkLst>
            <pc:docMk/>
            <pc:sldMk cId="3470128425" sldId="426"/>
            <ac:picMk id="6" creationId="{AD89CC1C-9545-5317-5A4F-6FEF3B59C888}"/>
          </ac:picMkLst>
        </pc:picChg>
      </pc:sldChg>
      <pc:sldChg chg="addSp delSp modSp add mod">
        <pc:chgData name="Magdalene Lim (RP)" userId="0d83deb8-e9a9-42ab-ae84-75cdb7b5bd8e" providerId="ADAL" clId="{F480144D-229B-4504-9707-A45AE5F79E10}" dt="2026-10-06T08:48:46.847" v="3962" actId="20577"/>
        <pc:sldMkLst>
          <pc:docMk/>
          <pc:sldMk cId="2089925109" sldId="427"/>
        </pc:sldMkLst>
        <pc:spChg chg="mod">
          <ac:chgData name="Magdalene Lim (RP)" userId="0d83deb8-e9a9-42ab-ae84-75cdb7b5bd8e" providerId="ADAL" clId="{F480144D-229B-4504-9707-A45AE5F79E10}" dt="2026-10-06T08:48:46.847" v="3962" actId="20577"/>
          <ac:spMkLst>
            <pc:docMk/>
            <pc:sldMk cId="2089925109" sldId="427"/>
            <ac:spMk id="3" creationId="{616F7F61-D471-0816-E40C-D6C0F2C66937}"/>
          </ac:spMkLst>
        </pc:spChg>
        <pc:spChg chg="add mod">
          <ac:chgData name="Magdalene Lim (RP)" userId="0d83deb8-e9a9-42ab-ae84-75cdb7b5bd8e" providerId="ADAL" clId="{F480144D-229B-4504-9707-A45AE5F79E10}" dt="2026-10-06T08:10:50.548" v="3675" actId="14100"/>
          <ac:spMkLst>
            <pc:docMk/>
            <pc:sldMk cId="2089925109" sldId="427"/>
            <ac:spMk id="8" creationId="{7729CD76-12CD-036D-7E6C-DC9DA2C9FABA}"/>
          </ac:spMkLst>
        </pc:spChg>
        <pc:graphicFrameChg chg="mod modGraphic">
          <ac:chgData name="Magdalene Lim (RP)" userId="0d83deb8-e9a9-42ab-ae84-75cdb7b5bd8e" providerId="ADAL" clId="{F480144D-229B-4504-9707-A45AE5F79E10}" dt="2026-10-06T08:11:03.640" v="3678" actId="6549"/>
          <ac:graphicFrameMkLst>
            <pc:docMk/>
            <pc:sldMk cId="2089925109" sldId="427"/>
            <ac:graphicFrameMk id="4" creationId="{BFB149D0-5442-ABDB-5A69-A12A5A9278B7}"/>
          </ac:graphicFrameMkLst>
        </pc:graphicFrameChg>
        <pc:picChg chg="add mod">
          <ac:chgData name="Magdalene Lim (RP)" userId="0d83deb8-e9a9-42ab-ae84-75cdb7b5bd8e" providerId="ADAL" clId="{F480144D-229B-4504-9707-A45AE5F79E10}" dt="2026-10-06T08:10:56.028" v="3676" actId="208"/>
          <ac:picMkLst>
            <pc:docMk/>
            <pc:sldMk cId="2089925109" sldId="427"/>
            <ac:picMk id="7" creationId="{27AA5653-E8D1-D2E0-6B8D-738CD321758C}"/>
          </ac:picMkLst>
        </pc:picChg>
      </pc:sldChg>
      <pc:sldChg chg="modSp add del mod">
        <pc:chgData name="Magdalene Lim (RP)" userId="0d83deb8-e9a9-42ab-ae84-75cdb7b5bd8e" providerId="ADAL" clId="{F480144D-229B-4504-9707-A45AE5F79E10}" dt="2026-10-11T09:15:05.765" v="4212" actId="47"/>
        <pc:sldMkLst>
          <pc:docMk/>
          <pc:sldMk cId="4223823352" sldId="428"/>
        </pc:sldMkLst>
        <pc:spChg chg="mod">
          <ac:chgData name="Magdalene Lim (RP)" userId="0d83deb8-e9a9-42ab-ae84-75cdb7b5bd8e" providerId="ADAL" clId="{F480144D-229B-4504-9707-A45AE5F79E10}" dt="2026-10-06T08:48:48.976" v="3964" actId="20577"/>
          <ac:spMkLst>
            <pc:docMk/>
            <pc:sldMk cId="4223823352" sldId="428"/>
            <ac:spMk id="3" creationId="{7E6EB395-E2D3-77BA-F83B-AD10070C7DA4}"/>
          </ac:spMkLst>
        </pc:spChg>
      </pc:sldChg>
      <pc:sldChg chg="addSp delSp modSp add del mod setBg modClrScheme chgLayout">
        <pc:chgData name="Magdalene Lim (RP)" userId="0d83deb8-e9a9-42ab-ae84-75cdb7b5bd8e" providerId="ADAL" clId="{F480144D-229B-4504-9707-A45AE5F79E10}" dt="2026-10-11T08:44:59.106" v="4116" actId="47"/>
        <pc:sldMkLst>
          <pc:docMk/>
          <pc:sldMk cId="0" sldId="429"/>
        </pc:sldMkLst>
        <pc:picChg chg="mod">
          <ac:chgData name="Magdalene Lim (RP)" userId="0d83deb8-e9a9-42ab-ae84-75cdb7b5bd8e" providerId="ADAL" clId="{F480144D-229B-4504-9707-A45AE5F79E10}" dt="2026-10-11T08:44:04.675" v="4103" actId="1076"/>
          <ac:picMkLst>
            <pc:docMk/>
            <pc:sldMk cId="0" sldId="429"/>
            <ac:picMk id="4" creationId="{00000000-0000-0000-0000-000000000000}"/>
          </ac:picMkLst>
        </pc:picChg>
      </pc:sldChg>
      <pc:sldChg chg="addSp delSp modSp add mod setBg modClrScheme chgLayout modNotes modNotesTx">
        <pc:chgData name="Magdalene Lim (RP)" userId="0d83deb8-e9a9-42ab-ae84-75cdb7b5bd8e" providerId="ADAL" clId="{F480144D-229B-4504-9707-A45AE5F79E10}" dt="2026-10-11T09:14:35.700" v="4185" actId="368"/>
        <pc:sldMkLst>
          <pc:docMk/>
          <pc:sldMk cId="0" sldId="430"/>
        </pc:sldMkLst>
        <pc:spChg chg="mod">
          <ac:chgData name="Magdalene Lim (RP)" userId="0d83deb8-e9a9-42ab-ae84-75cdb7b5bd8e" providerId="ADAL" clId="{F480144D-229B-4504-9707-A45AE5F79E10}" dt="2026-10-08T00:43:10.733" v="4011" actId="403"/>
          <ac:spMkLst>
            <pc:docMk/>
            <pc:sldMk cId="0" sldId="430"/>
            <ac:spMk id="7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08T00:43:10.733" v="4011" actId="403"/>
          <ac:spMkLst>
            <pc:docMk/>
            <pc:sldMk cId="0" sldId="430"/>
            <ac:spMk id="11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08T00:43:10.733" v="4011" actId="403"/>
          <ac:spMkLst>
            <pc:docMk/>
            <pc:sldMk cId="0" sldId="430"/>
            <ac:spMk id="14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08T00:43:10.733" v="4011" actId="403"/>
          <ac:spMkLst>
            <pc:docMk/>
            <pc:sldMk cId="0" sldId="430"/>
            <ac:spMk id="18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08T00:43:10.733" v="4011" actId="403"/>
          <ac:spMkLst>
            <pc:docMk/>
            <pc:sldMk cId="0" sldId="430"/>
            <ac:spMk id="19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08T00:43:10.733" v="4011" actId="403"/>
          <ac:spMkLst>
            <pc:docMk/>
            <pc:sldMk cId="0" sldId="430"/>
            <ac:spMk id="20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08T00:43:10.733" v="4011" actId="403"/>
          <ac:spMkLst>
            <pc:docMk/>
            <pc:sldMk cId="0" sldId="430"/>
            <ac:spMk id="21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08T00:43:10.733" v="4011" actId="403"/>
          <ac:spMkLst>
            <pc:docMk/>
            <pc:sldMk cId="0" sldId="430"/>
            <ac:spMk id="24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08T00:43:10.733" v="4011" actId="403"/>
          <ac:spMkLst>
            <pc:docMk/>
            <pc:sldMk cId="0" sldId="430"/>
            <ac:spMk id="28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08T00:43:10.733" v="4011" actId="403"/>
          <ac:spMkLst>
            <pc:docMk/>
            <pc:sldMk cId="0" sldId="430"/>
            <ac:spMk id="29" creationId="{00000000-0000-0000-0000-000000000000}"/>
          </ac:spMkLst>
        </pc:spChg>
        <pc:spChg chg="del">
          <ac:chgData name="Magdalene Lim (RP)" userId="0d83deb8-e9a9-42ab-ae84-75cdb7b5bd8e" providerId="ADAL" clId="{F480144D-229B-4504-9707-A45AE5F79E10}" dt="2026-10-11T08:59:01.937" v="4138" actId="478"/>
          <ac:spMkLst>
            <pc:docMk/>
            <pc:sldMk cId="0" sldId="430"/>
            <ac:spMk id="35" creationId="{00000000-0000-0000-0000-000000000000}"/>
          </ac:spMkLst>
        </pc:spChg>
        <pc:spChg chg="add del mod ord">
          <ac:chgData name="Magdalene Lim (RP)" userId="0d83deb8-e9a9-42ab-ae84-75cdb7b5bd8e" providerId="ADAL" clId="{F480144D-229B-4504-9707-A45AE5F79E10}" dt="2026-10-08T00:42:31.373" v="4003" actId="20577"/>
          <ac:spMkLst>
            <pc:docMk/>
            <pc:sldMk cId="0" sldId="430"/>
            <ac:spMk id="38" creationId="{8621C32A-F0D0-D8F6-EE28-E2E8A8DDF3D9}"/>
          </ac:spMkLst>
        </pc:spChg>
        <pc:picChg chg="add del mod">
          <ac:chgData name="Magdalene Lim (RP)" userId="0d83deb8-e9a9-42ab-ae84-75cdb7b5bd8e" providerId="ADAL" clId="{F480144D-229B-4504-9707-A45AE5F79E10}" dt="2026-10-11T08:44:41.232" v="4111" actId="21"/>
          <ac:picMkLst>
            <pc:docMk/>
            <pc:sldMk cId="0" sldId="430"/>
            <ac:picMk id="3" creationId="{25BCFD57-6CFA-A655-125B-BBA8596750DB}"/>
          </ac:picMkLst>
        </pc:picChg>
      </pc:sldChg>
      <pc:sldChg chg="addSp delSp modSp add mod setBg modClrScheme chgLayout modNotes modNotesTx">
        <pc:chgData name="Magdalene Lim (RP)" userId="0d83deb8-e9a9-42ab-ae84-75cdb7b5bd8e" providerId="ADAL" clId="{F480144D-229B-4504-9707-A45AE5F79E10}" dt="2026-10-11T09:14:35.700" v="4187" actId="368"/>
        <pc:sldMkLst>
          <pc:docMk/>
          <pc:sldMk cId="0" sldId="431"/>
        </pc:sldMkLst>
        <pc:spChg chg="mod">
          <ac:chgData name="Magdalene Lim (RP)" userId="0d83deb8-e9a9-42ab-ae84-75cdb7b5bd8e" providerId="ADAL" clId="{F480144D-229B-4504-9707-A45AE5F79E10}" dt="2026-10-08T00:43:49.687" v="4014" actId="403"/>
          <ac:spMkLst>
            <pc:docMk/>
            <pc:sldMk cId="0" sldId="431"/>
            <ac:spMk id="5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08T00:44:07.172" v="4016" actId="6549"/>
          <ac:spMkLst>
            <pc:docMk/>
            <pc:sldMk cId="0" sldId="431"/>
            <ac:spMk id="7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08T00:43:49.687" v="4014" actId="403"/>
          <ac:spMkLst>
            <pc:docMk/>
            <pc:sldMk cId="0" sldId="431"/>
            <ac:spMk id="9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08T00:43:49.687" v="4014" actId="403"/>
          <ac:spMkLst>
            <pc:docMk/>
            <pc:sldMk cId="0" sldId="431"/>
            <ac:spMk id="10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08T00:43:49.687" v="4014" actId="403"/>
          <ac:spMkLst>
            <pc:docMk/>
            <pc:sldMk cId="0" sldId="431"/>
            <ac:spMk id="12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08T00:43:49.687" v="4014" actId="403"/>
          <ac:spMkLst>
            <pc:docMk/>
            <pc:sldMk cId="0" sldId="431"/>
            <ac:spMk id="14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08T00:43:49.687" v="4014" actId="403"/>
          <ac:spMkLst>
            <pc:docMk/>
            <pc:sldMk cId="0" sldId="431"/>
            <ac:spMk id="16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08T00:43:49.687" v="4014" actId="403"/>
          <ac:spMkLst>
            <pc:docMk/>
            <pc:sldMk cId="0" sldId="431"/>
            <ac:spMk id="18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08T00:43:49.687" v="4014" actId="403"/>
          <ac:spMkLst>
            <pc:docMk/>
            <pc:sldMk cId="0" sldId="431"/>
            <ac:spMk id="21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08T00:43:49.687" v="4014" actId="403"/>
          <ac:spMkLst>
            <pc:docMk/>
            <pc:sldMk cId="0" sldId="431"/>
            <ac:spMk id="23" creationId="{00000000-0000-0000-0000-000000000000}"/>
          </ac:spMkLst>
        </pc:spChg>
        <pc:spChg chg="del">
          <ac:chgData name="Magdalene Lim (RP)" userId="0d83deb8-e9a9-42ab-ae84-75cdb7b5bd8e" providerId="ADAL" clId="{F480144D-229B-4504-9707-A45AE5F79E10}" dt="2026-10-11T08:59:00.320" v="4137" actId="478"/>
          <ac:spMkLst>
            <pc:docMk/>
            <pc:sldMk cId="0" sldId="431"/>
            <ac:spMk id="25" creationId="{00000000-0000-0000-0000-000000000000}"/>
          </ac:spMkLst>
        </pc:spChg>
        <pc:spChg chg="add mod ord">
          <ac:chgData name="Magdalene Lim (RP)" userId="0d83deb8-e9a9-42ab-ae84-75cdb7b5bd8e" providerId="ADAL" clId="{F480144D-229B-4504-9707-A45AE5F79E10}" dt="2026-10-08T00:44:37.830" v="4025" actId="20577"/>
          <ac:spMkLst>
            <pc:docMk/>
            <pc:sldMk cId="0" sldId="431"/>
            <ac:spMk id="28" creationId="{0B86B3D1-8C70-248B-476A-52640451589D}"/>
          </ac:spMkLst>
        </pc:spChg>
      </pc:sldChg>
      <pc:sldChg chg="addSp delSp modSp add mod setBg modClrScheme chgLayout modNotes modNotesTx">
        <pc:chgData name="Magdalene Lim (RP)" userId="0d83deb8-e9a9-42ab-ae84-75cdb7b5bd8e" providerId="ADAL" clId="{F480144D-229B-4504-9707-A45AE5F79E10}" dt="2026-10-11T09:14:35.700" v="4189" actId="368"/>
        <pc:sldMkLst>
          <pc:docMk/>
          <pc:sldMk cId="0" sldId="432"/>
        </pc:sldMkLst>
        <pc:spChg chg="mod">
          <ac:chgData name="Magdalene Lim (RP)" userId="0d83deb8-e9a9-42ab-ae84-75cdb7b5bd8e" providerId="ADAL" clId="{F480144D-229B-4504-9707-A45AE5F79E10}" dt="2026-10-08T00:46:47.384" v="4075" actId="6549"/>
          <ac:spMkLst>
            <pc:docMk/>
            <pc:sldMk cId="0" sldId="432"/>
            <ac:spMk id="7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08T00:45:39.596" v="4042" actId="403"/>
          <ac:spMkLst>
            <pc:docMk/>
            <pc:sldMk cId="0" sldId="432"/>
            <ac:spMk id="9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08T00:45:39.596" v="4042" actId="403"/>
          <ac:spMkLst>
            <pc:docMk/>
            <pc:sldMk cId="0" sldId="432"/>
            <ac:spMk id="10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08T00:45:39.596" v="4042" actId="403"/>
          <ac:spMkLst>
            <pc:docMk/>
            <pc:sldMk cId="0" sldId="432"/>
            <ac:spMk id="11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08T00:45:39.596" v="4042" actId="403"/>
          <ac:spMkLst>
            <pc:docMk/>
            <pc:sldMk cId="0" sldId="432"/>
            <ac:spMk id="12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08T00:45:39.596" v="4042" actId="403"/>
          <ac:spMkLst>
            <pc:docMk/>
            <pc:sldMk cId="0" sldId="432"/>
            <ac:spMk id="13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08T00:45:39.596" v="4042" actId="403"/>
          <ac:spMkLst>
            <pc:docMk/>
            <pc:sldMk cId="0" sldId="432"/>
            <ac:spMk id="15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08T00:45:39.596" v="4042" actId="403"/>
          <ac:spMkLst>
            <pc:docMk/>
            <pc:sldMk cId="0" sldId="432"/>
            <ac:spMk id="16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08T00:45:39.596" v="4042" actId="403"/>
          <ac:spMkLst>
            <pc:docMk/>
            <pc:sldMk cId="0" sldId="432"/>
            <ac:spMk id="17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08T00:45:39.596" v="4042" actId="403"/>
          <ac:spMkLst>
            <pc:docMk/>
            <pc:sldMk cId="0" sldId="432"/>
            <ac:spMk id="18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08T00:45:39.596" v="4042" actId="403"/>
          <ac:spMkLst>
            <pc:docMk/>
            <pc:sldMk cId="0" sldId="432"/>
            <ac:spMk id="19" creationId="{00000000-0000-0000-0000-000000000000}"/>
          </ac:spMkLst>
        </pc:spChg>
        <pc:spChg chg="del">
          <ac:chgData name="Magdalene Lim (RP)" userId="0d83deb8-e9a9-42ab-ae84-75cdb7b5bd8e" providerId="ADAL" clId="{F480144D-229B-4504-9707-A45AE5F79E10}" dt="2026-10-11T08:58:58.598" v="4136" actId="478"/>
          <ac:spMkLst>
            <pc:docMk/>
            <pc:sldMk cId="0" sldId="432"/>
            <ac:spMk id="20" creationId="{00000000-0000-0000-0000-000000000000}"/>
          </ac:spMkLst>
        </pc:spChg>
        <pc:spChg chg="add mod ord">
          <ac:chgData name="Magdalene Lim (RP)" userId="0d83deb8-e9a9-42ab-ae84-75cdb7b5bd8e" providerId="ADAL" clId="{F480144D-229B-4504-9707-A45AE5F79E10}" dt="2026-10-08T00:45:28.056" v="4039" actId="14100"/>
          <ac:spMkLst>
            <pc:docMk/>
            <pc:sldMk cId="0" sldId="432"/>
            <ac:spMk id="23" creationId="{F59D1E84-6D66-1B7E-B200-7840A7990B75}"/>
          </ac:spMkLst>
        </pc:spChg>
      </pc:sldChg>
      <pc:sldChg chg="addSp delSp modSp add mod setBg modClrScheme chgLayout modNotes modNotesTx">
        <pc:chgData name="Magdalene Lim (RP)" userId="0d83deb8-e9a9-42ab-ae84-75cdb7b5bd8e" providerId="ADAL" clId="{F480144D-229B-4504-9707-A45AE5F79E10}" dt="2026-10-11T09:14:35.700" v="4191" actId="368"/>
        <pc:sldMkLst>
          <pc:docMk/>
          <pc:sldMk cId="0" sldId="433"/>
        </pc:sldMkLst>
        <pc:spChg chg="mod">
          <ac:chgData name="Magdalene Lim (RP)" userId="0d83deb8-e9a9-42ab-ae84-75cdb7b5bd8e" providerId="ADAL" clId="{F480144D-229B-4504-9707-A45AE5F79E10}" dt="2026-10-08T00:46:39.031" v="4073" actId="403"/>
          <ac:spMkLst>
            <pc:docMk/>
            <pc:sldMk cId="0" sldId="433"/>
            <ac:spMk id="4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08T00:46:44.379" v="4074" actId="6549"/>
          <ac:spMkLst>
            <pc:docMk/>
            <pc:sldMk cId="0" sldId="433"/>
            <ac:spMk id="7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08T00:46:39.031" v="4073" actId="403"/>
          <ac:spMkLst>
            <pc:docMk/>
            <pc:sldMk cId="0" sldId="433"/>
            <ac:spMk id="8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08T00:46:39.031" v="4073" actId="403"/>
          <ac:spMkLst>
            <pc:docMk/>
            <pc:sldMk cId="0" sldId="433"/>
            <ac:spMk id="10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08T00:46:39.031" v="4073" actId="403"/>
          <ac:spMkLst>
            <pc:docMk/>
            <pc:sldMk cId="0" sldId="433"/>
            <ac:spMk id="13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08T00:46:39.031" v="4073" actId="403"/>
          <ac:spMkLst>
            <pc:docMk/>
            <pc:sldMk cId="0" sldId="433"/>
            <ac:spMk id="15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08T00:46:39.031" v="4073" actId="403"/>
          <ac:spMkLst>
            <pc:docMk/>
            <pc:sldMk cId="0" sldId="433"/>
            <ac:spMk id="16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08T00:46:39.031" v="4073" actId="403"/>
          <ac:spMkLst>
            <pc:docMk/>
            <pc:sldMk cId="0" sldId="433"/>
            <ac:spMk id="20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08T00:46:39.031" v="4073" actId="403"/>
          <ac:spMkLst>
            <pc:docMk/>
            <pc:sldMk cId="0" sldId="433"/>
            <ac:spMk id="22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08T00:46:39.031" v="4073" actId="403"/>
          <ac:spMkLst>
            <pc:docMk/>
            <pc:sldMk cId="0" sldId="433"/>
            <ac:spMk id="24" creationId="{00000000-0000-0000-0000-000000000000}"/>
          </ac:spMkLst>
        </pc:spChg>
        <pc:spChg chg="del">
          <ac:chgData name="Magdalene Lim (RP)" userId="0d83deb8-e9a9-42ab-ae84-75cdb7b5bd8e" providerId="ADAL" clId="{F480144D-229B-4504-9707-A45AE5F79E10}" dt="2026-10-11T08:58:57.117" v="4135" actId="478"/>
          <ac:spMkLst>
            <pc:docMk/>
            <pc:sldMk cId="0" sldId="433"/>
            <ac:spMk id="26" creationId="{00000000-0000-0000-0000-000000000000}"/>
          </ac:spMkLst>
        </pc:spChg>
        <pc:spChg chg="add mod ord">
          <ac:chgData name="Magdalene Lim (RP)" userId="0d83deb8-e9a9-42ab-ae84-75cdb7b5bd8e" providerId="ADAL" clId="{F480144D-229B-4504-9707-A45AE5F79E10}" dt="2026-10-08T00:46:18.427" v="4065" actId="20577"/>
          <ac:spMkLst>
            <pc:docMk/>
            <pc:sldMk cId="0" sldId="433"/>
            <ac:spMk id="29" creationId="{161341B3-C801-2B74-3201-617F2DFC72CB}"/>
          </ac:spMkLst>
        </pc:spChg>
      </pc:sldChg>
      <pc:sldChg chg="addSp delSp modSp add mod setBg modClrScheme chgLayout modNotes modNotesTx">
        <pc:chgData name="Magdalene Lim (RP)" userId="0d83deb8-e9a9-42ab-ae84-75cdb7b5bd8e" providerId="ADAL" clId="{F480144D-229B-4504-9707-A45AE5F79E10}" dt="2026-10-11T09:14:35.700" v="4193" actId="368"/>
        <pc:sldMkLst>
          <pc:docMk/>
          <pc:sldMk cId="0" sldId="434"/>
        </pc:sldMkLst>
        <pc:spChg chg="del">
          <ac:chgData name="Magdalene Lim (RP)" userId="0d83deb8-e9a9-42ab-ae84-75cdb7b5bd8e" providerId="ADAL" clId="{F480144D-229B-4504-9707-A45AE5F79E10}" dt="2026-10-11T08:58:02.498" v="4127" actId="478"/>
          <ac:spMkLst>
            <pc:docMk/>
            <pc:sldMk cId="0" sldId="434"/>
            <ac:spMk id="5" creationId="{00000000-0000-0000-0000-000000000000}"/>
          </ac:spMkLst>
        </pc:spChg>
        <pc:spChg chg="del mod">
          <ac:chgData name="Magdalene Lim (RP)" userId="0d83deb8-e9a9-42ab-ae84-75cdb7b5bd8e" providerId="ADAL" clId="{F480144D-229B-4504-9707-A45AE5F79E10}" dt="2026-10-11T08:57:56.223" v="4126" actId="478"/>
          <ac:spMkLst>
            <pc:docMk/>
            <pc:sldMk cId="0" sldId="434"/>
            <ac:spMk id="7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08T00:48:25.302" v="4096" actId="403"/>
          <ac:spMkLst>
            <pc:docMk/>
            <pc:sldMk cId="0" sldId="434"/>
            <ac:spMk id="8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08T00:48:25.302" v="4096" actId="403"/>
          <ac:spMkLst>
            <pc:docMk/>
            <pc:sldMk cId="0" sldId="434"/>
            <ac:spMk id="10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08T00:48:25.302" v="4096" actId="403"/>
          <ac:spMkLst>
            <pc:docMk/>
            <pc:sldMk cId="0" sldId="434"/>
            <ac:spMk id="11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08T00:48:25.302" v="4096" actId="403"/>
          <ac:spMkLst>
            <pc:docMk/>
            <pc:sldMk cId="0" sldId="434"/>
            <ac:spMk id="12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08T00:48:25.302" v="4096" actId="403"/>
          <ac:spMkLst>
            <pc:docMk/>
            <pc:sldMk cId="0" sldId="434"/>
            <ac:spMk id="13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08T00:48:25.302" v="4096" actId="403"/>
          <ac:spMkLst>
            <pc:docMk/>
            <pc:sldMk cId="0" sldId="434"/>
            <ac:spMk id="14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08T00:48:25.302" v="4096" actId="403"/>
          <ac:spMkLst>
            <pc:docMk/>
            <pc:sldMk cId="0" sldId="434"/>
            <ac:spMk id="15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08T00:48:25.302" v="4096" actId="403"/>
          <ac:spMkLst>
            <pc:docMk/>
            <pc:sldMk cId="0" sldId="434"/>
            <ac:spMk id="16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08T00:48:25.302" v="4096" actId="403"/>
          <ac:spMkLst>
            <pc:docMk/>
            <pc:sldMk cId="0" sldId="434"/>
            <ac:spMk id="17" creationId="{00000000-0000-0000-0000-000000000000}"/>
          </ac:spMkLst>
        </pc:spChg>
        <pc:spChg chg="del">
          <ac:chgData name="Magdalene Lim (RP)" userId="0d83deb8-e9a9-42ab-ae84-75cdb7b5bd8e" providerId="ADAL" clId="{F480144D-229B-4504-9707-A45AE5F79E10}" dt="2026-10-11T08:58:55.919" v="4134" actId="478"/>
          <ac:spMkLst>
            <pc:docMk/>
            <pc:sldMk cId="0" sldId="434"/>
            <ac:spMk id="19" creationId="{00000000-0000-0000-0000-000000000000}"/>
          </ac:spMkLst>
        </pc:spChg>
        <pc:spChg chg="add mod ord">
          <ac:chgData name="Magdalene Lim (RP)" userId="0d83deb8-e9a9-42ab-ae84-75cdb7b5bd8e" providerId="ADAL" clId="{F480144D-229B-4504-9707-A45AE5F79E10}" dt="2026-10-08T00:49:30.842" v="4100" actId="27636"/>
          <ac:spMkLst>
            <pc:docMk/>
            <pc:sldMk cId="0" sldId="434"/>
            <ac:spMk id="22" creationId="{6926DAAA-0BF2-5812-5994-6EC9D97B4324}"/>
          </ac:spMkLst>
        </pc:spChg>
        <pc:picChg chg="mod modCrop">
          <ac:chgData name="Magdalene Lim (RP)" userId="0d83deb8-e9a9-42ab-ae84-75cdb7b5bd8e" providerId="ADAL" clId="{F480144D-229B-4504-9707-A45AE5F79E10}" dt="2026-10-11T08:58:11.765" v="4128" actId="732"/>
          <ac:picMkLst>
            <pc:docMk/>
            <pc:sldMk cId="0" sldId="434"/>
            <ac:picMk id="6" creationId="{00000000-0000-0000-0000-000000000000}"/>
          </ac:picMkLst>
        </pc:picChg>
      </pc:sldChg>
      <pc:sldChg chg="addSp modSp add del mod setBg modClrScheme chgLayout modNotes">
        <pc:chgData name="Magdalene Lim (RP)" userId="0d83deb8-e9a9-42ab-ae84-75cdb7b5bd8e" providerId="ADAL" clId="{F480144D-229B-4504-9707-A45AE5F79E10}" dt="2026-10-11T09:01:04.109" v="4149" actId="47"/>
        <pc:sldMkLst>
          <pc:docMk/>
          <pc:sldMk cId="0" sldId="435"/>
        </pc:sldMkLst>
      </pc:sldChg>
      <pc:sldMasterChg chg="addSp delSp modSp mod">
        <pc:chgData name="Magdalene Lim (RP)" userId="0d83deb8-e9a9-42ab-ae84-75cdb7b5bd8e" providerId="ADAL" clId="{F480144D-229B-4504-9707-A45AE5F79E10}" dt="2026-09-22T02:35:13.258" v="291" actId="33475"/>
        <pc:sldMasterMkLst>
          <pc:docMk/>
          <pc:sldMasterMk cId="1843717750" sldId="2147483660"/>
        </pc:sldMasterMkLst>
        <pc:spChg chg="add mod">
          <ac:chgData name="Magdalene Lim (RP)" userId="0d83deb8-e9a9-42ab-ae84-75cdb7b5bd8e" providerId="ADAL" clId="{F480144D-229B-4504-9707-A45AE5F79E10}" dt="2026-09-22T02:35:13.258" v="291" actId="33475"/>
          <ac:spMkLst>
            <pc:docMk/>
            <pc:sldMasterMk cId="1843717750" sldId="2147483660"/>
            <ac:spMk id="11" creationId="{255A56C8-5334-C4ED-C577-FCA7D7C68E1C}"/>
          </ac:spMkLst>
        </pc:spChg>
      </pc:sldMaster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7" Type="http://schemas.openxmlformats.org/officeDocument/2006/relationships/image" Target="../media/image29.svg"/><Relationship Id="rId2" Type="http://schemas.openxmlformats.org/officeDocument/2006/relationships/image" Target="../media/image24.svg"/><Relationship Id="rId1" Type="http://schemas.openxmlformats.org/officeDocument/2006/relationships/image" Target="../media/image23.svg"/><Relationship Id="rId6" Type="http://schemas.openxmlformats.org/officeDocument/2006/relationships/image" Target="../media/image28.svg"/><Relationship Id="rId5" Type="http://schemas.openxmlformats.org/officeDocument/2006/relationships/image" Target="../media/image27.svg"/><Relationship Id="rId4" Type="http://schemas.openxmlformats.org/officeDocument/2006/relationships/image" Target="../media/image2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7" Type="http://schemas.openxmlformats.org/officeDocument/2006/relationships/image" Target="../media/image29.svg"/><Relationship Id="rId2" Type="http://schemas.openxmlformats.org/officeDocument/2006/relationships/image" Target="../media/image24.svg"/><Relationship Id="rId1" Type="http://schemas.openxmlformats.org/officeDocument/2006/relationships/image" Target="../media/image23.svg"/><Relationship Id="rId6" Type="http://schemas.openxmlformats.org/officeDocument/2006/relationships/image" Target="../media/image28.svg"/><Relationship Id="rId5" Type="http://schemas.openxmlformats.org/officeDocument/2006/relationships/image" Target="../media/image27.svg"/><Relationship Id="rId4" Type="http://schemas.openxmlformats.org/officeDocument/2006/relationships/image" Target="../media/image2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E577B52-1CBE-4AE5-9DF6-A685BE21D4A2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A9070E29-EC24-4B7C-9C7D-3BC79B4DB50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SG" sz="1400" dirty="0"/>
            <a:t>Sets up an Express server and configures EJS, sessions, flash messages, form handling, static files, and image uploads.</a:t>
          </a:r>
          <a:endParaRPr lang="en-US" sz="1400" dirty="0"/>
        </a:p>
      </dgm:t>
    </dgm:pt>
    <dgm:pt modelId="{F553E543-7484-4F27-A9A7-A3A483F6E788}" type="parTrans" cxnId="{343D79C9-5E3D-4450-9C4A-004C9A12CA40}">
      <dgm:prSet/>
      <dgm:spPr/>
      <dgm:t>
        <a:bodyPr/>
        <a:lstStyle/>
        <a:p>
          <a:endParaRPr lang="en-US" sz="1800"/>
        </a:p>
      </dgm:t>
    </dgm:pt>
    <dgm:pt modelId="{C4C5CED5-F334-45CE-ABB0-312A537FCE6A}" type="sibTrans" cxnId="{343D79C9-5E3D-4450-9C4A-004C9A12CA40}">
      <dgm:prSet/>
      <dgm:spPr/>
      <dgm:t>
        <a:bodyPr/>
        <a:lstStyle/>
        <a:p>
          <a:endParaRPr lang="en-US" sz="1800"/>
        </a:p>
      </dgm:t>
    </dgm:pt>
    <dgm:pt modelId="{CD70136F-D2E0-4BA9-805B-8751ECC7FA9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SG" sz="1400"/>
            <a:t>Connects to the MySQL petcare database and hashes passwords with SHA-256.</a:t>
          </a:r>
          <a:endParaRPr lang="en-US" sz="1400"/>
        </a:p>
      </dgm:t>
    </dgm:pt>
    <dgm:pt modelId="{97781FD6-F21C-4216-9686-73EF0CEE45D3}" type="parTrans" cxnId="{A3078FA0-AC6F-4448-A4D9-A9CF76DBB9AF}">
      <dgm:prSet/>
      <dgm:spPr/>
      <dgm:t>
        <a:bodyPr/>
        <a:lstStyle/>
        <a:p>
          <a:endParaRPr lang="en-US" sz="1800"/>
        </a:p>
      </dgm:t>
    </dgm:pt>
    <dgm:pt modelId="{37A77ECF-3C53-4B08-B1AF-FF9AF1C281C5}" type="sibTrans" cxnId="{A3078FA0-AC6F-4448-A4D9-A9CF76DBB9AF}">
      <dgm:prSet/>
      <dgm:spPr/>
      <dgm:t>
        <a:bodyPr/>
        <a:lstStyle/>
        <a:p>
          <a:endParaRPr lang="en-US" sz="1800"/>
        </a:p>
      </dgm:t>
    </dgm:pt>
    <dgm:pt modelId="{0EEC8C2B-97A3-4B08-BF9A-6732229D2EF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SG" sz="1400" dirty="0"/>
            <a:t>Handles routes for authentication, admin user management, pet management, and journal actions.</a:t>
          </a:r>
          <a:endParaRPr lang="en-US" sz="1400" dirty="0"/>
        </a:p>
      </dgm:t>
    </dgm:pt>
    <dgm:pt modelId="{277BC23D-A3ED-4630-8457-2C4E2C329FD2}" type="parTrans" cxnId="{4641CC29-D924-47EA-A9E9-0B846F4A45B1}">
      <dgm:prSet/>
      <dgm:spPr/>
      <dgm:t>
        <a:bodyPr/>
        <a:lstStyle/>
        <a:p>
          <a:endParaRPr lang="en-US" sz="1800"/>
        </a:p>
      </dgm:t>
    </dgm:pt>
    <dgm:pt modelId="{4D47DAAE-45CB-4A75-A52C-9BC6A4362049}" type="sibTrans" cxnId="{4641CC29-D924-47EA-A9E9-0B846F4A45B1}">
      <dgm:prSet/>
      <dgm:spPr/>
      <dgm:t>
        <a:bodyPr/>
        <a:lstStyle/>
        <a:p>
          <a:endParaRPr lang="en-US" sz="1800"/>
        </a:p>
      </dgm:t>
    </dgm:pt>
    <dgm:pt modelId="{5B18BC00-DCB6-45AC-B0D0-0BCA6549A00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SG" sz="1400"/>
            <a:t>Runs SQL queries to create, retrieve, update, and delete user, pet, and journal data.</a:t>
          </a:r>
          <a:endParaRPr lang="en-US" sz="1400"/>
        </a:p>
      </dgm:t>
    </dgm:pt>
    <dgm:pt modelId="{A0B6CA18-EE6D-42D6-A094-D66B87240EB1}" type="parTrans" cxnId="{A36EFC33-DB54-4772-A79E-2D2B4E2C7710}">
      <dgm:prSet/>
      <dgm:spPr/>
      <dgm:t>
        <a:bodyPr/>
        <a:lstStyle/>
        <a:p>
          <a:endParaRPr lang="en-US" sz="1800"/>
        </a:p>
      </dgm:t>
    </dgm:pt>
    <dgm:pt modelId="{C146AFF5-E9CA-4B8E-8ED4-38FCEEFBAF7A}" type="sibTrans" cxnId="{A36EFC33-DB54-4772-A79E-2D2B4E2C7710}">
      <dgm:prSet/>
      <dgm:spPr/>
      <dgm:t>
        <a:bodyPr/>
        <a:lstStyle/>
        <a:p>
          <a:endParaRPr lang="en-US" sz="1800"/>
        </a:p>
      </dgm:t>
    </dgm:pt>
    <dgm:pt modelId="{CEE07A3C-9646-4EBE-B59B-0AF252324CE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SG" sz="1400"/>
            <a:t>Renders EJS pages with relevant database results and session information.</a:t>
          </a:r>
          <a:endParaRPr lang="en-US" sz="1400"/>
        </a:p>
      </dgm:t>
    </dgm:pt>
    <dgm:pt modelId="{FB0549F8-969B-4949-B118-9BE42B3ADBB3}" type="parTrans" cxnId="{6D6797E5-23B8-4AE7-8862-E313E14EE12B}">
      <dgm:prSet/>
      <dgm:spPr/>
      <dgm:t>
        <a:bodyPr/>
        <a:lstStyle/>
        <a:p>
          <a:endParaRPr lang="en-US" sz="1800"/>
        </a:p>
      </dgm:t>
    </dgm:pt>
    <dgm:pt modelId="{582C99DF-DD7E-4886-AAEB-E80D9B1630F8}" type="sibTrans" cxnId="{6D6797E5-23B8-4AE7-8862-E313E14EE12B}">
      <dgm:prSet/>
      <dgm:spPr/>
      <dgm:t>
        <a:bodyPr/>
        <a:lstStyle/>
        <a:p>
          <a:endParaRPr lang="en-US" sz="1800"/>
        </a:p>
      </dgm:t>
    </dgm:pt>
    <dgm:pt modelId="{7ABB1BDC-7DF6-4165-AA50-34D01D06D93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SG" sz="1400"/>
            <a:t>Uses middleware to restrict access to selected routes.</a:t>
          </a:r>
          <a:endParaRPr lang="en-US" sz="1400"/>
        </a:p>
      </dgm:t>
    </dgm:pt>
    <dgm:pt modelId="{73C826CB-DF7D-4C02-A94E-484BFA587C3B}" type="parTrans" cxnId="{54F00EB7-A6F4-4AF5-B705-56BE8D3E821C}">
      <dgm:prSet/>
      <dgm:spPr/>
      <dgm:t>
        <a:bodyPr/>
        <a:lstStyle/>
        <a:p>
          <a:endParaRPr lang="en-US" sz="1800"/>
        </a:p>
      </dgm:t>
    </dgm:pt>
    <dgm:pt modelId="{A3020BE6-834D-4E11-BAD7-2200A2F70EBD}" type="sibTrans" cxnId="{54F00EB7-A6F4-4AF5-B705-56BE8D3E821C}">
      <dgm:prSet/>
      <dgm:spPr/>
      <dgm:t>
        <a:bodyPr/>
        <a:lstStyle/>
        <a:p>
          <a:endParaRPr lang="en-US" sz="1800"/>
        </a:p>
      </dgm:t>
    </dgm:pt>
    <dgm:pt modelId="{2C99C386-3B81-4431-8B9B-A5E7BE42DA3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SG" sz="1400" dirty="0"/>
            <a:t>Starts the server on port 3000.</a:t>
          </a:r>
          <a:endParaRPr lang="en-US" sz="1400" dirty="0"/>
        </a:p>
      </dgm:t>
    </dgm:pt>
    <dgm:pt modelId="{599063BB-DB95-44CE-90C4-451EB4AAD9DA}" type="parTrans" cxnId="{2D0AC73F-FD68-4090-8DC2-770F8C2A95E3}">
      <dgm:prSet/>
      <dgm:spPr/>
      <dgm:t>
        <a:bodyPr/>
        <a:lstStyle/>
        <a:p>
          <a:endParaRPr lang="en-US" sz="1800"/>
        </a:p>
      </dgm:t>
    </dgm:pt>
    <dgm:pt modelId="{A4DF828F-2919-48D1-9934-2B48B9ADD868}" type="sibTrans" cxnId="{2D0AC73F-FD68-4090-8DC2-770F8C2A95E3}">
      <dgm:prSet/>
      <dgm:spPr/>
      <dgm:t>
        <a:bodyPr/>
        <a:lstStyle/>
        <a:p>
          <a:endParaRPr lang="en-US" sz="1800"/>
        </a:p>
      </dgm:t>
    </dgm:pt>
    <dgm:pt modelId="{04F0CDD9-2AFD-4FEF-A636-F7409ABA5F99}" type="pres">
      <dgm:prSet presAssocID="{4E577B52-1CBE-4AE5-9DF6-A685BE21D4A2}" presName="root" presStyleCnt="0">
        <dgm:presLayoutVars>
          <dgm:dir/>
          <dgm:resizeHandles val="exact"/>
        </dgm:presLayoutVars>
      </dgm:prSet>
      <dgm:spPr/>
    </dgm:pt>
    <dgm:pt modelId="{955990A3-8C58-459B-B600-CE9754B0CCBC}" type="pres">
      <dgm:prSet presAssocID="{A9070E29-EC24-4B7C-9C7D-3BC79B4DB504}" presName="compNode" presStyleCnt="0"/>
      <dgm:spPr/>
    </dgm:pt>
    <dgm:pt modelId="{CB2A3451-07A0-44C5-919B-04E0B2166E5E}" type="pres">
      <dgm:prSet presAssocID="{A9070E29-EC24-4B7C-9C7D-3BC79B4DB504}" presName="bgRect" presStyleLbl="bgShp" presStyleIdx="0" presStyleCnt="7"/>
      <dgm:spPr/>
    </dgm:pt>
    <dgm:pt modelId="{3A37C645-57B2-4857-9617-38DDC9A0C1B4}" type="pres">
      <dgm:prSet presAssocID="{A9070E29-EC24-4B7C-9C7D-3BC79B4DB504}" presName="iconRect" presStyleLbl="node1" presStyleIdx="0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96BAC62C-8940-41E1-9142-17A435D738B0}" type="pres">
      <dgm:prSet presAssocID="{A9070E29-EC24-4B7C-9C7D-3BC79B4DB504}" presName="spaceRect" presStyleCnt="0"/>
      <dgm:spPr/>
    </dgm:pt>
    <dgm:pt modelId="{619FD5B4-7AC5-4B02-BB8A-A5FF993EEF6F}" type="pres">
      <dgm:prSet presAssocID="{A9070E29-EC24-4B7C-9C7D-3BC79B4DB504}" presName="parTx" presStyleLbl="revTx" presStyleIdx="0" presStyleCnt="7">
        <dgm:presLayoutVars>
          <dgm:chMax val="0"/>
          <dgm:chPref val="0"/>
        </dgm:presLayoutVars>
      </dgm:prSet>
      <dgm:spPr/>
    </dgm:pt>
    <dgm:pt modelId="{8914DB13-077C-4214-A304-8AE684E22C84}" type="pres">
      <dgm:prSet presAssocID="{C4C5CED5-F334-45CE-ABB0-312A537FCE6A}" presName="sibTrans" presStyleCnt="0"/>
      <dgm:spPr/>
    </dgm:pt>
    <dgm:pt modelId="{B98EF31A-5856-4488-8C2B-894414A06066}" type="pres">
      <dgm:prSet presAssocID="{CD70136F-D2E0-4BA9-805B-8751ECC7FA9B}" presName="compNode" presStyleCnt="0"/>
      <dgm:spPr/>
    </dgm:pt>
    <dgm:pt modelId="{0E309F52-9846-4609-B5A5-6D6952E541EE}" type="pres">
      <dgm:prSet presAssocID="{CD70136F-D2E0-4BA9-805B-8751ECC7FA9B}" presName="bgRect" presStyleLbl="bgShp" presStyleIdx="1" presStyleCnt="7"/>
      <dgm:spPr/>
    </dgm:pt>
    <dgm:pt modelId="{417C4BCD-3EE5-42ED-9153-F8DF54E5F451}" type="pres">
      <dgm:prSet presAssocID="{CD70136F-D2E0-4BA9-805B-8751ECC7FA9B}" presName="iconRect" presStyleLbl="node1" presStyleIdx="1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1B209D5C-C504-4839-A596-2A909631833F}" type="pres">
      <dgm:prSet presAssocID="{CD70136F-D2E0-4BA9-805B-8751ECC7FA9B}" presName="spaceRect" presStyleCnt="0"/>
      <dgm:spPr/>
    </dgm:pt>
    <dgm:pt modelId="{8A3B08DA-16BE-47F5-8E70-8976590FAAF8}" type="pres">
      <dgm:prSet presAssocID="{CD70136F-D2E0-4BA9-805B-8751ECC7FA9B}" presName="parTx" presStyleLbl="revTx" presStyleIdx="1" presStyleCnt="7">
        <dgm:presLayoutVars>
          <dgm:chMax val="0"/>
          <dgm:chPref val="0"/>
        </dgm:presLayoutVars>
      </dgm:prSet>
      <dgm:spPr/>
    </dgm:pt>
    <dgm:pt modelId="{CA1483A2-C23D-443B-A641-D2AC11020764}" type="pres">
      <dgm:prSet presAssocID="{37A77ECF-3C53-4B08-B1AF-FF9AF1C281C5}" presName="sibTrans" presStyleCnt="0"/>
      <dgm:spPr/>
    </dgm:pt>
    <dgm:pt modelId="{138BAD60-CA7E-48D8-89BB-8993E543613C}" type="pres">
      <dgm:prSet presAssocID="{0EEC8C2B-97A3-4B08-BF9A-6732229D2EF5}" presName="compNode" presStyleCnt="0"/>
      <dgm:spPr/>
    </dgm:pt>
    <dgm:pt modelId="{51DE7C03-7718-4D79-BB4D-7814426A305A}" type="pres">
      <dgm:prSet presAssocID="{0EEC8C2B-97A3-4B08-BF9A-6732229D2EF5}" presName="bgRect" presStyleLbl="bgShp" presStyleIdx="2" presStyleCnt="7"/>
      <dgm:spPr/>
    </dgm:pt>
    <dgm:pt modelId="{EAAE31AC-1AB1-4B51-8C7E-3A39F65B38D3}" type="pres">
      <dgm:prSet presAssocID="{0EEC8C2B-97A3-4B08-BF9A-6732229D2EF5}" presName="iconRect" presStyleLbl="node1" presStyleIdx="2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ployee Badge"/>
        </a:ext>
      </dgm:extLst>
    </dgm:pt>
    <dgm:pt modelId="{461213C9-A9D3-43BA-A4E1-98B59DD01159}" type="pres">
      <dgm:prSet presAssocID="{0EEC8C2B-97A3-4B08-BF9A-6732229D2EF5}" presName="spaceRect" presStyleCnt="0"/>
      <dgm:spPr/>
    </dgm:pt>
    <dgm:pt modelId="{F65026E4-A34D-4EE4-911B-C78154002973}" type="pres">
      <dgm:prSet presAssocID="{0EEC8C2B-97A3-4B08-BF9A-6732229D2EF5}" presName="parTx" presStyleLbl="revTx" presStyleIdx="2" presStyleCnt="7">
        <dgm:presLayoutVars>
          <dgm:chMax val="0"/>
          <dgm:chPref val="0"/>
        </dgm:presLayoutVars>
      </dgm:prSet>
      <dgm:spPr/>
    </dgm:pt>
    <dgm:pt modelId="{B1E0A792-44E5-49D3-BD5E-959707A14FE3}" type="pres">
      <dgm:prSet presAssocID="{4D47DAAE-45CB-4A75-A52C-9BC6A4362049}" presName="sibTrans" presStyleCnt="0"/>
      <dgm:spPr/>
    </dgm:pt>
    <dgm:pt modelId="{737D80CC-763F-48FF-9247-1F41BA023A99}" type="pres">
      <dgm:prSet presAssocID="{5B18BC00-DCB6-45AC-B0D0-0BCA6549A002}" presName="compNode" presStyleCnt="0"/>
      <dgm:spPr/>
    </dgm:pt>
    <dgm:pt modelId="{9800CF81-885E-4A82-9D31-ABCC372E0395}" type="pres">
      <dgm:prSet presAssocID="{5B18BC00-DCB6-45AC-B0D0-0BCA6549A002}" presName="bgRect" presStyleLbl="bgShp" presStyleIdx="3" presStyleCnt="7"/>
      <dgm:spPr/>
    </dgm:pt>
    <dgm:pt modelId="{9E753DFD-9882-458D-942D-864BCC884BD0}" type="pres">
      <dgm:prSet presAssocID="{5B18BC00-DCB6-45AC-B0D0-0BCA6549A002}" presName="iconRect" presStyleLbl="node1" presStyleIdx="3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B5FC2B2D-940F-462A-A39D-BCF38650F953}" type="pres">
      <dgm:prSet presAssocID="{5B18BC00-DCB6-45AC-B0D0-0BCA6549A002}" presName="spaceRect" presStyleCnt="0"/>
      <dgm:spPr/>
    </dgm:pt>
    <dgm:pt modelId="{9DD1AB88-E44C-4FEE-885D-88293494F078}" type="pres">
      <dgm:prSet presAssocID="{5B18BC00-DCB6-45AC-B0D0-0BCA6549A002}" presName="parTx" presStyleLbl="revTx" presStyleIdx="3" presStyleCnt="7">
        <dgm:presLayoutVars>
          <dgm:chMax val="0"/>
          <dgm:chPref val="0"/>
        </dgm:presLayoutVars>
      </dgm:prSet>
      <dgm:spPr/>
    </dgm:pt>
    <dgm:pt modelId="{991AF93F-5D2F-4154-B572-65C817813C3C}" type="pres">
      <dgm:prSet presAssocID="{C146AFF5-E9CA-4B8E-8ED4-38FCEEFBAF7A}" presName="sibTrans" presStyleCnt="0"/>
      <dgm:spPr/>
    </dgm:pt>
    <dgm:pt modelId="{05C07B0C-7F77-4759-80DE-335577B9C585}" type="pres">
      <dgm:prSet presAssocID="{CEE07A3C-9646-4EBE-B59B-0AF252324CE6}" presName="compNode" presStyleCnt="0"/>
      <dgm:spPr/>
    </dgm:pt>
    <dgm:pt modelId="{DBFA3A71-D58C-4E3E-AD36-86C9611EBEF9}" type="pres">
      <dgm:prSet presAssocID="{CEE07A3C-9646-4EBE-B59B-0AF252324CE6}" presName="bgRect" presStyleLbl="bgShp" presStyleIdx="4" presStyleCnt="7"/>
      <dgm:spPr/>
    </dgm:pt>
    <dgm:pt modelId="{CA404C98-7E00-45A4-A906-188E6F4D53B0}" type="pres">
      <dgm:prSet presAssocID="{CEE07A3C-9646-4EBE-B59B-0AF252324CE6}" presName="iconRect" presStyleLbl="node1" presStyleIdx="4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67BC4CD9-9D7A-484C-9103-8C1557E3BD23}" type="pres">
      <dgm:prSet presAssocID="{CEE07A3C-9646-4EBE-B59B-0AF252324CE6}" presName="spaceRect" presStyleCnt="0"/>
      <dgm:spPr/>
    </dgm:pt>
    <dgm:pt modelId="{F6958EF9-7D97-40F5-9973-BB01CBA1A1E4}" type="pres">
      <dgm:prSet presAssocID="{CEE07A3C-9646-4EBE-B59B-0AF252324CE6}" presName="parTx" presStyleLbl="revTx" presStyleIdx="4" presStyleCnt="7">
        <dgm:presLayoutVars>
          <dgm:chMax val="0"/>
          <dgm:chPref val="0"/>
        </dgm:presLayoutVars>
      </dgm:prSet>
      <dgm:spPr/>
    </dgm:pt>
    <dgm:pt modelId="{AA1768E8-E014-4DA5-A5AC-050D9F79B174}" type="pres">
      <dgm:prSet presAssocID="{582C99DF-DD7E-4886-AAEB-E80D9B1630F8}" presName="sibTrans" presStyleCnt="0"/>
      <dgm:spPr/>
    </dgm:pt>
    <dgm:pt modelId="{16CFF08D-FABF-461A-AD48-AE1EB98FBEBA}" type="pres">
      <dgm:prSet presAssocID="{7ABB1BDC-7DF6-4165-AA50-34D01D06D934}" presName="compNode" presStyleCnt="0"/>
      <dgm:spPr/>
    </dgm:pt>
    <dgm:pt modelId="{E71B19C6-6458-41DE-82D8-AB8F3A9B9884}" type="pres">
      <dgm:prSet presAssocID="{7ABB1BDC-7DF6-4165-AA50-34D01D06D934}" presName="bgRect" presStyleLbl="bgShp" presStyleIdx="5" presStyleCnt="7"/>
      <dgm:spPr/>
    </dgm:pt>
    <dgm:pt modelId="{7E1CDA65-3882-4E0C-BA17-6C88E1187E5A}" type="pres">
      <dgm:prSet presAssocID="{7ABB1BDC-7DF6-4165-AA50-34D01D06D934}" presName="iconRect" presStyleLbl="node1" presStyleIdx="5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rbidden"/>
        </a:ext>
      </dgm:extLst>
    </dgm:pt>
    <dgm:pt modelId="{E9B5EAF3-DD49-488F-A6B0-014ED53A2CAC}" type="pres">
      <dgm:prSet presAssocID="{7ABB1BDC-7DF6-4165-AA50-34D01D06D934}" presName="spaceRect" presStyleCnt="0"/>
      <dgm:spPr/>
    </dgm:pt>
    <dgm:pt modelId="{2D097E40-6A0C-4933-9C72-A4050D030C2E}" type="pres">
      <dgm:prSet presAssocID="{7ABB1BDC-7DF6-4165-AA50-34D01D06D934}" presName="parTx" presStyleLbl="revTx" presStyleIdx="5" presStyleCnt="7">
        <dgm:presLayoutVars>
          <dgm:chMax val="0"/>
          <dgm:chPref val="0"/>
        </dgm:presLayoutVars>
      </dgm:prSet>
      <dgm:spPr/>
    </dgm:pt>
    <dgm:pt modelId="{BF75C2D3-D2B6-4FCB-9CD5-15E263CA110B}" type="pres">
      <dgm:prSet presAssocID="{A3020BE6-834D-4E11-BAD7-2200A2F70EBD}" presName="sibTrans" presStyleCnt="0"/>
      <dgm:spPr/>
    </dgm:pt>
    <dgm:pt modelId="{179333EA-AF74-4D36-9FA7-223F3E6284D9}" type="pres">
      <dgm:prSet presAssocID="{2C99C386-3B81-4431-8B9B-A5E7BE42DA38}" presName="compNode" presStyleCnt="0"/>
      <dgm:spPr/>
    </dgm:pt>
    <dgm:pt modelId="{D913E825-8584-47D4-9B85-FAE691BBEEE1}" type="pres">
      <dgm:prSet presAssocID="{2C99C386-3B81-4431-8B9B-A5E7BE42DA38}" presName="bgRect" presStyleLbl="bgShp" presStyleIdx="6" presStyleCnt="7"/>
      <dgm:spPr/>
    </dgm:pt>
    <dgm:pt modelId="{505D1374-C15B-49F0-B66B-C4F1C5F69D01}" type="pres">
      <dgm:prSet presAssocID="{2C99C386-3B81-4431-8B9B-A5E7BE42DA38}" presName="iconRect" presStyleLbl="node1" presStyleIdx="6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ilo"/>
        </a:ext>
      </dgm:extLst>
    </dgm:pt>
    <dgm:pt modelId="{CF708618-7C18-4DCB-B4D4-1A48A336C4C9}" type="pres">
      <dgm:prSet presAssocID="{2C99C386-3B81-4431-8B9B-A5E7BE42DA38}" presName="spaceRect" presStyleCnt="0"/>
      <dgm:spPr/>
    </dgm:pt>
    <dgm:pt modelId="{63C41633-1AB2-4C23-A033-61228D4CC5CC}" type="pres">
      <dgm:prSet presAssocID="{2C99C386-3B81-4431-8B9B-A5E7BE42DA38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46B0ED23-542E-4640-A6B2-400391AA625C}" type="presOf" srcId="{A9070E29-EC24-4B7C-9C7D-3BC79B4DB504}" destId="{619FD5B4-7AC5-4B02-BB8A-A5FF993EEF6F}" srcOrd="0" destOrd="0" presId="urn:microsoft.com/office/officeart/2018/2/layout/IconVerticalSolidList"/>
    <dgm:cxn modelId="{4641CC29-D924-47EA-A9E9-0B846F4A45B1}" srcId="{4E577B52-1CBE-4AE5-9DF6-A685BE21D4A2}" destId="{0EEC8C2B-97A3-4B08-BF9A-6732229D2EF5}" srcOrd="2" destOrd="0" parTransId="{277BC23D-A3ED-4630-8457-2C4E2C329FD2}" sibTransId="{4D47DAAE-45CB-4A75-A52C-9BC6A4362049}"/>
    <dgm:cxn modelId="{A36EFC33-DB54-4772-A79E-2D2B4E2C7710}" srcId="{4E577B52-1CBE-4AE5-9DF6-A685BE21D4A2}" destId="{5B18BC00-DCB6-45AC-B0D0-0BCA6549A002}" srcOrd="3" destOrd="0" parTransId="{A0B6CA18-EE6D-42D6-A094-D66B87240EB1}" sibTransId="{C146AFF5-E9CA-4B8E-8ED4-38FCEEFBAF7A}"/>
    <dgm:cxn modelId="{2D0AC73F-FD68-4090-8DC2-770F8C2A95E3}" srcId="{4E577B52-1CBE-4AE5-9DF6-A685BE21D4A2}" destId="{2C99C386-3B81-4431-8B9B-A5E7BE42DA38}" srcOrd="6" destOrd="0" parTransId="{599063BB-DB95-44CE-90C4-451EB4AAD9DA}" sibTransId="{A4DF828F-2919-48D1-9934-2B48B9ADD868}"/>
    <dgm:cxn modelId="{6D86385F-438E-4990-9D75-8D5CC8716604}" type="presOf" srcId="{CEE07A3C-9646-4EBE-B59B-0AF252324CE6}" destId="{F6958EF9-7D97-40F5-9973-BB01CBA1A1E4}" srcOrd="0" destOrd="0" presId="urn:microsoft.com/office/officeart/2018/2/layout/IconVerticalSolidList"/>
    <dgm:cxn modelId="{A3078FA0-AC6F-4448-A4D9-A9CF76DBB9AF}" srcId="{4E577B52-1CBE-4AE5-9DF6-A685BE21D4A2}" destId="{CD70136F-D2E0-4BA9-805B-8751ECC7FA9B}" srcOrd="1" destOrd="0" parTransId="{97781FD6-F21C-4216-9686-73EF0CEE45D3}" sibTransId="{37A77ECF-3C53-4B08-B1AF-FF9AF1C281C5}"/>
    <dgm:cxn modelId="{69992EA4-F966-47A0-AF06-23819A140A1C}" type="presOf" srcId="{5B18BC00-DCB6-45AC-B0D0-0BCA6549A002}" destId="{9DD1AB88-E44C-4FEE-885D-88293494F078}" srcOrd="0" destOrd="0" presId="urn:microsoft.com/office/officeart/2018/2/layout/IconVerticalSolidList"/>
    <dgm:cxn modelId="{9E2FCAAA-C14E-4F02-A732-CF1C1EF56B73}" type="presOf" srcId="{CD70136F-D2E0-4BA9-805B-8751ECC7FA9B}" destId="{8A3B08DA-16BE-47F5-8E70-8976590FAAF8}" srcOrd="0" destOrd="0" presId="urn:microsoft.com/office/officeart/2018/2/layout/IconVerticalSolidList"/>
    <dgm:cxn modelId="{54F00EB7-A6F4-4AF5-B705-56BE8D3E821C}" srcId="{4E577B52-1CBE-4AE5-9DF6-A685BE21D4A2}" destId="{7ABB1BDC-7DF6-4165-AA50-34D01D06D934}" srcOrd="5" destOrd="0" parTransId="{73C826CB-DF7D-4C02-A94E-484BFA587C3B}" sibTransId="{A3020BE6-834D-4E11-BAD7-2200A2F70EBD}"/>
    <dgm:cxn modelId="{343D79C9-5E3D-4450-9C4A-004C9A12CA40}" srcId="{4E577B52-1CBE-4AE5-9DF6-A685BE21D4A2}" destId="{A9070E29-EC24-4B7C-9C7D-3BC79B4DB504}" srcOrd="0" destOrd="0" parTransId="{F553E543-7484-4F27-A9A7-A3A483F6E788}" sibTransId="{C4C5CED5-F334-45CE-ABB0-312A537FCE6A}"/>
    <dgm:cxn modelId="{E60622E5-C0BE-43F6-B6AC-5B922FF4A4E9}" type="presOf" srcId="{7ABB1BDC-7DF6-4165-AA50-34D01D06D934}" destId="{2D097E40-6A0C-4933-9C72-A4050D030C2E}" srcOrd="0" destOrd="0" presId="urn:microsoft.com/office/officeart/2018/2/layout/IconVerticalSolidList"/>
    <dgm:cxn modelId="{6D6797E5-23B8-4AE7-8862-E313E14EE12B}" srcId="{4E577B52-1CBE-4AE5-9DF6-A685BE21D4A2}" destId="{CEE07A3C-9646-4EBE-B59B-0AF252324CE6}" srcOrd="4" destOrd="0" parTransId="{FB0549F8-969B-4949-B118-9BE42B3ADBB3}" sibTransId="{582C99DF-DD7E-4886-AAEB-E80D9B1630F8}"/>
    <dgm:cxn modelId="{2C49E2E6-EFD0-44D2-AB11-2E82954C4720}" type="presOf" srcId="{4E577B52-1CBE-4AE5-9DF6-A685BE21D4A2}" destId="{04F0CDD9-2AFD-4FEF-A636-F7409ABA5F99}" srcOrd="0" destOrd="0" presId="urn:microsoft.com/office/officeart/2018/2/layout/IconVerticalSolidList"/>
    <dgm:cxn modelId="{69449BF4-B448-4C68-BD5F-C26F194BA3A9}" type="presOf" srcId="{2C99C386-3B81-4431-8B9B-A5E7BE42DA38}" destId="{63C41633-1AB2-4C23-A033-61228D4CC5CC}" srcOrd="0" destOrd="0" presId="urn:microsoft.com/office/officeart/2018/2/layout/IconVerticalSolidList"/>
    <dgm:cxn modelId="{0602CEFC-BFEC-425B-8114-60BC7A6B28AD}" type="presOf" srcId="{0EEC8C2B-97A3-4B08-BF9A-6732229D2EF5}" destId="{F65026E4-A34D-4EE4-911B-C78154002973}" srcOrd="0" destOrd="0" presId="urn:microsoft.com/office/officeart/2018/2/layout/IconVerticalSolidList"/>
    <dgm:cxn modelId="{64B3E715-8DF5-42E6-8219-A18F8A42B685}" type="presParOf" srcId="{04F0CDD9-2AFD-4FEF-A636-F7409ABA5F99}" destId="{955990A3-8C58-459B-B600-CE9754B0CCBC}" srcOrd="0" destOrd="0" presId="urn:microsoft.com/office/officeart/2018/2/layout/IconVerticalSolidList"/>
    <dgm:cxn modelId="{520CE190-F042-402C-85C7-A51889EF6606}" type="presParOf" srcId="{955990A3-8C58-459B-B600-CE9754B0CCBC}" destId="{CB2A3451-07A0-44C5-919B-04E0B2166E5E}" srcOrd="0" destOrd="0" presId="urn:microsoft.com/office/officeart/2018/2/layout/IconVerticalSolidList"/>
    <dgm:cxn modelId="{8400E798-F872-457D-BDE7-A2BEC004A22D}" type="presParOf" srcId="{955990A3-8C58-459B-B600-CE9754B0CCBC}" destId="{3A37C645-57B2-4857-9617-38DDC9A0C1B4}" srcOrd="1" destOrd="0" presId="urn:microsoft.com/office/officeart/2018/2/layout/IconVerticalSolidList"/>
    <dgm:cxn modelId="{A477E8C7-1807-4197-8F07-6C335ED0B1BD}" type="presParOf" srcId="{955990A3-8C58-459B-B600-CE9754B0CCBC}" destId="{96BAC62C-8940-41E1-9142-17A435D738B0}" srcOrd="2" destOrd="0" presId="urn:microsoft.com/office/officeart/2018/2/layout/IconVerticalSolidList"/>
    <dgm:cxn modelId="{0F0E5BEF-D0C1-485A-9AF4-5A1FEC428ECC}" type="presParOf" srcId="{955990A3-8C58-459B-B600-CE9754B0CCBC}" destId="{619FD5B4-7AC5-4B02-BB8A-A5FF993EEF6F}" srcOrd="3" destOrd="0" presId="urn:microsoft.com/office/officeart/2018/2/layout/IconVerticalSolidList"/>
    <dgm:cxn modelId="{5955F326-F7D4-4FF3-847B-42A18718B122}" type="presParOf" srcId="{04F0CDD9-2AFD-4FEF-A636-F7409ABA5F99}" destId="{8914DB13-077C-4214-A304-8AE684E22C84}" srcOrd="1" destOrd="0" presId="urn:microsoft.com/office/officeart/2018/2/layout/IconVerticalSolidList"/>
    <dgm:cxn modelId="{B8F39971-9515-4EED-8E27-76AF8B1B2373}" type="presParOf" srcId="{04F0CDD9-2AFD-4FEF-A636-F7409ABA5F99}" destId="{B98EF31A-5856-4488-8C2B-894414A06066}" srcOrd="2" destOrd="0" presId="urn:microsoft.com/office/officeart/2018/2/layout/IconVerticalSolidList"/>
    <dgm:cxn modelId="{921D509A-92C5-46A3-A2A7-6D9FF11F491C}" type="presParOf" srcId="{B98EF31A-5856-4488-8C2B-894414A06066}" destId="{0E309F52-9846-4609-B5A5-6D6952E541EE}" srcOrd="0" destOrd="0" presId="urn:microsoft.com/office/officeart/2018/2/layout/IconVerticalSolidList"/>
    <dgm:cxn modelId="{122FBD82-D1A2-4481-93BA-71C3DC8549D4}" type="presParOf" srcId="{B98EF31A-5856-4488-8C2B-894414A06066}" destId="{417C4BCD-3EE5-42ED-9153-F8DF54E5F451}" srcOrd="1" destOrd="0" presId="urn:microsoft.com/office/officeart/2018/2/layout/IconVerticalSolidList"/>
    <dgm:cxn modelId="{0858383E-09CB-40CB-A4A5-F2C3EF42081B}" type="presParOf" srcId="{B98EF31A-5856-4488-8C2B-894414A06066}" destId="{1B209D5C-C504-4839-A596-2A909631833F}" srcOrd="2" destOrd="0" presId="urn:microsoft.com/office/officeart/2018/2/layout/IconVerticalSolidList"/>
    <dgm:cxn modelId="{9EAD675D-731E-4E53-A09E-EF52AC407776}" type="presParOf" srcId="{B98EF31A-5856-4488-8C2B-894414A06066}" destId="{8A3B08DA-16BE-47F5-8E70-8976590FAAF8}" srcOrd="3" destOrd="0" presId="urn:microsoft.com/office/officeart/2018/2/layout/IconVerticalSolidList"/>
    <dgm:cxn modelId="{7EB2B0CA-A72E-4780-B89C-AD019D1B88DB}" type="presParOf" srcId="{04F0CDD9-2AFD-4FEF-A636-F7409ABA5F99}" destId="{CA1483A2-C23D-443B-A641-D2AC11020764}" srcOrd="3" destOrd="0" presId="urn:microsoft.com/office/officeart/2018/2/layout/IconVerticalSolidList"/>
    <dgm:cxn modelId="{8CB70F55-14AC-4F10-84F4-511B32FF1613}" type="presParOf" srcId="{04F0CDD9-2AFD-4FEF-A636-F7409ABA5F99}" destId="{138BAD60-CA7E-48D8-89BB-8993E543613C}" srcOrd="4" destOrd="0" presId="urn:microsoft.com/office/officeart/2018/2/layout/IconVerticalSolidList"/>
    <dgm:cxn modelId="{15A57D21-5107-4101-93E5-CC9962CDF77B}" type="presParOf" srcId="{138BAD60-CA7E-48D8-89BB-8993E543613C}" destId="{51DE7C03-7718-4D79-BB4D-7814426A305A}" srcOrd="0" destOrd="0" presId="urn:microsoft.com/office/officeart/2018/2/layout/IconVerticalSolidList"/>
    <dgm:cxn modelId="{D6C38C3E-46E2-404E-BD1F-1781009365CF}" type="presParOf" srcId="{138BAD60-CA7E-48D8-89BB-8993E543613C}" destId="{EAAE31AC-1AB1-4B51-8C7E-3A39F65B38D3}" srcOrd="1" destOrd="0" presId="urn:microsoft.com/office/officeart/2018/2/layout/IconVerticalSolidList"/>
    <dgm:cxn modelId="{38F0C83A-6D2B-4199-95D2-26DB87016BBF}" type="presParOf" srcId="{138BAD60-CA7E-48D8-89BB-8993E543613C}" destId="{461213C9-A9D3-43BA-A4E1-98B59DD01159}" srcOrd="2" destOrd="0" presId="urn:microsoft.com/office/officeart/2018/2/layout/IconVerticalSolidList"/>
    <dgm:cxn modelId="{BAF62424-E210-4CF2-98EB-ED1AFE4032EE}" type="presParOf" srcId="{138BAD60-CA7E-48D8-89BB-8993E543613C}" destId="{F65026E4-A34D-4EE4-911B-C78154002973}" srcOrd="3" destOrd="0" presId="urn:microsoft.com/office/officeart/2018/2/layout/IconVerticalSolidList"/>
    <dgm:cxn modelId="{B69B4EFB-D7C5-47BD-9CEF-30C7B3BDD46C}" type="presParOf" srcId="{04F0CDD9-2AFD-4FEF-A636-F7409ABA5F99}" destId="{B1E0A792-44E5-49D3-BD5E-959707A14FE3}" srcOrd="5" destOrd="0" presId="urn:microsoft.com/office/officeart/2018/2/layout/IconVerticalSolidList"/>
    <dgm:cxn modelId="{F11A5B45-B3EC-4D58-8A46-30CEAD5D8A90}" type="presParOf" srcId="{04F0CDD9-2AFD-4FEF-A636-F7409ABA5F99}" destId="{737D80CC-763F-48FF-9247-1F41BA023A99}" srcOrd="6" destOrd="0" presId="urn:microsoft.com/office/officeart/2018/2/layout/IconVerticalSolidList"/>
    <dgm:cxn modelId="{FBA39814-FF47-4F1C-9CA5-302D826C76C8}" type="presParOf" srcId="{737D80CC-763F-48FF-9247-1F41BA023A99}" destId="{9800CF81-885E-4A82-9D31-ABCC372E0395}" srcOrd="0" destOrd="0" presId="urn:microsoft.com/office/officeart/2018/2/layout/IconVerticalSolidList"/>
    <dgm:cxn modelId="{2BA5C682-D9B1-4C87-A3A6-32188B037014}" type="presParOf" srcId="{737D80CC-763F-48FF-9247-1F41BA023A99}" destId="{9E753DFD-9882-458D-942D-864BCC884BD0}" srcOrd="1" destOrd="0" presId="urn:microsoft.com/office/officeart/2018/2/layout/IconVerticalSolidList"/>
    <dgm:cxn modelId="{7183D803-88FE-422D-83BB-05FDB90E26D4}" type="presParOf" srcId="{737D80CC-763F-48FF-9247-1F41BA023A99}" destId="{B5FC2B2D-940F-462A-A39D-BCF38650F953}" srcOrd="2" destOrd="0" presId="urn:microsoft.com/office/officeart/2018/2/layout/IconVerticalSolidList"/>
    <dgm:cxn modelId="{94659378-B1E1-4A71-AFA8-34494CC7978F}" type="presParOf" srcId="{737D80CC-763F-48FF-9247-1F41BA023A99}" destId="{9DD1AB88-E44C-4FEE-885D-88293494F078}" srcOrd="3" destOrd="0" presId="urn:microsoft.com/office/officeart/2018/2/layout/IconVerticalSolidList"/>
    <dgm:cxn modelId="{13DD505F-113C-40F3-8125-5CBE321A04F0}" type="presParOf" srcId="{04F0CDD9-2AFD-4FEF-A636-F7409ABA5F99}" destId="{991AF93F-5D2F-4154-B572-65C817813C3C}" srcOrd="7" destOrd="0" presId="urn:microsoft.com/office/officeart/2018/2/layout/IconVerticalSolidList"/>
    <dgm:cxn modelId="{9F77F622-352E-4431-926D-0C34CEE125FB}" type="presParOf" srcId="{04F0CDD9-2AFD-4FEF-A636-F7409ABA5F99}" destId="{05C07B0C-7F77-4759-80DE-335577B9C585}" srcOrd="8" destOrd="0" presId="urn:microsoft.com/office/officeart/2018/2/layout/IconVerticalSolidList"/>
    <dgm:cxn modelId="{321C4F6E-58E4-4140-B318-BB5AC8D533A5}" type="presParOf" srcId="{05C07B0C-7F77-4759-80DE-335577B9C585}" destId="{DBFA3A71-D58C-4E3E-AD36-86C9611EBEF9}" srcOrd="0" destOrd="0" presId="urn:microsoft.com/office/officeart/2018/2/layout/IconVerticalSolidList"/>
    <dgm:cxn modelId="{8B9764E7-6D89-47B9-8A86-4259355C771C}" type="presParOf" srcId="{05C07B0C-7F77-4759-80DE-335577B9C585}" destId="{CA404C98-7E00-45A4-A906-188E6F4D53B0}" srcOrd="1" destOrd="0" presId="urn:microsoft.com/office/officeart/2018/2/layout/IconVerticalSolidList"/>
    <dgm:cxn modelId="{EB761D25-91EA-491E-9BB9-9F89A327BB2E}" type="presParOf" srcId="{05C07B0C-7F77-4759-80DE-335577B9C585}" destId="{67BC4CD9-9D7A-484C-9103-8C1557E3BD23}" srcOrd="2" destOrd="0" presId="urn:microsoft.com/office/officeart/2018/2/layout/IconVerticalSolidList"/>
    <dgm:cxn modelId="{DBFA8B94-2DB0-4C15-BD17-99033057D860}" type="presParOf" srcId="{05C07B0C-7F77-4759-80DE-335577B9C585}" destId="{F6958EF9-7D97-40F5-9973-BB01CBA1A1E4}" srcOrd="3" destOrd="0" presId="urn:microsoft.com/office/officeart/2018/2/layout/IconVerticalSolidList"/>
    <dgm:cxn modelId="{B2E73B1D-9C93-4FB4-A91A-19D0D15B3592}" type="presParOf" srcId="{04F0CDD9-2AFD-4FEF-A636-F7409ABA5F99}" destId="{AA1768E8-E014-4DA5-A5AC-050D9F79B174}" srcOrd="9" destOrd="0" presId="urn:microsoft.com/office/officeart/2018/2/layout/IconVerticalSolidList"/>
    <dgm:cxn modelId="{62FF4913-010E-4E2F-8F96-53B9954A2462}" type="presParOf" srcId="{04F0CDD9-2AFD-4FEF-A636-F7409ABA5F99}" destId="{16CFF08D-FABF-461A-AD48-AE1EB98FBEBA}" srcOrd="10" destOrd="0" presId="urn:microsoft.com/office/officeart/2018/2/layout/IconVerticalSolidList"/>
    <dgm:cxn modelId="{E0230FBE-1242-4B62-920C-923491E283FF}" type="presParOf" srcId="{16CFF08D-FABF-461A-AD48-AE1EB98FBEBA}" destId="{E71B19C6-6458-41DE-82D8-AB8F3A9B9884}" srcOrd="0" destOrd="0" presId="urn:microsoft.com/office/officeart/2018/2/layout/IconVerticalSolidList"/>
    <dgm:cxn modelId="{ABA2720D-7765-4787-B95F-AF2AD3BDF611}" type="presParOf" srcId="{16CFF08D-FABF-461A-AD48-AE1EB98FBEBA}" destId="{7E1CDA65-3882-4E0C-BA17-6C88E1187E5A}" srcOrd="1" destOrd="0" presId="urn:microsoft.com/office/officeart/2018/2/layout/IconVerticalSolidList"/>
    <dgm:cxn modelId="{10D26507-63F3-42AC-BFBE-FE518DFEBE34}" type="presParOf" srcId="{16CFF08D-FABF-461A-AD48-AE1EB98FBEBA}" destId="{E9B5EAF3-DD49-488F-A6B0-014ED53A2CAC}" srcOrd="2" destOrd="0" presId="urn:microsoft.com/office/officeart/2018/2/layout/IconVerticalSolidList"/>
    <dgm:cxn modelId="{505B5EDE-48F1-41A4-B19E-D6D16B776915}" type="presParOf" srcId="{16CFF08D-FABF-461A-AD48-AE1EB98FBEBA}" destId="{2D097E40-6A0C-4933-9C72-A4050D030C2E}" srcOrd="3" destOrd="0" presId="urn:microsoft.com/office/officeart/2018/2/layout/IconVerticalSolidList"/>
    <dgm:cxn modelId="{EEB1BD07-CC6B-409C-AE14-E5090448FEE9}" type="presParOf" srcId="{04F0CDD9-2AFD-4FEF-A636-F7409ABA5F99}" destId="{BF75C2D3-D2B6-4FCB-9CD5-15E263CA110B}" srcOrd="11" destOrd="0" presId="urn:microsoft.com/office/officeart/2018/2/layout/IconVerticalSolidList"/>
    <dgm:cxn modelId="{9B237328-EC80-490F-946D-2A446E14B11E}" type="presParOf" srcId="{04F0CDD9-2AFD-4FEF-A636-F7409ABA5F99}" destId="{179333EA-AF74-4D36-9FA7-223F3E6284D9}" srcOrd="12" destOrd="0" presId="urn:microsoft.com/office/officeart/2018/2/layout/IconVerticalSolidList"/>
    <dgm:cxn modelId="{D352D5BD-27C4-4E3B-A665-0B8C3E9A9A7F}" type="presParOf" srcId="{179333EA-AF74-4D36-9FA7-223F3E6284D9}" destId="{D913E825-8584-47D4-9B85-FAE691BBEEE1}" srcOrd="0" destOrd="0" presId="urn:microsoft.com/office/officeart/2018/2/layout/IconVerticalSolidList"/>
    <dgm:cxn modelId="{1FE6A52A-EFF2-4B75-B73C-6A08FE46C727}" type="presParOf" srcId="{179333EA-AF74-4D36-9FA7-223F3E6284D9}" destId="{505D1374-C15B-49F0-B66B-C4F1C5F69D01}" srcOrd="1" destOrd="0" presId="urn:microsoft.com/office/officeart/2018/2/layout/IconVerticalSolidList"/>
    <dgm:cxn modelId="{A4D63510-46FD-4DEB-9BF4-BD74320DE9AF}" type="presParOf" srcId="{179333EA-AF74-4D36-9FA7-223F3E6284D9}" destId="{CF708618-7C18-4DCB-B4D4-1A48A336C4C9}" srcOrd="2" destOrd="0" presId="urn:microsoft.com/office/officeart/2018/2/layout/IconVerticalSolidList"/>
    <dgm:cxn modelId="{DA91CA74-8048-42A8-B331-C1AC3F4E5CEA}" type="presParOf" srcId="{179333EA-AF74-4D36-9FA7-223F3E6284D9}" destId="{63C41633-1AB2-4C23-A033-61228D4CC5C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2A3451-07A0-44C5-919B-04E0B2166E5E}">
      <dsp:nvSpPr>
        <dsp:cNvPr id="0" name=""/>
        <dsp:cNvSpPr/>
      </dsp:nvSpPr>
      <dsp:spPr>
        <a:xfrm>
          <a:off x="0" y="443"/>
          <a:ext cx="6120245" cy="610336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37C645-57B2-4857-9617-38DDC9A0C1B4}">
      <dsp:nvSpPr>
        <dsp:cNvPr id="0" name=""/>
        <dsp:cNvSpPr/>
      </dsp:nvSpPr>
      <dsp:spPr>
        <a:xfrm>
          <a:off x="184626" y="137769"/>
          <a:ext cx="335685" cy="33568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9FD5B4-7AC5-4B02-BB8A-A5FF993EEF6F}">
      <dsp:nvSpPr>
        <dsp:cNvPr id="0" name=""/>
        <dsp:cNvSpPr/>
      </dsp:nvSpPr>
      <dsp:spPr>
        <a:xfrm>
          <a:off x="704938" y="443"/>
          <a:ext cx="5415306" cy="6103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594" tIns="64594" rIns="64594" bIns="64594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400" kern="1200" dirty="0"/>
            <a:t>Sets up an Express server and configures EJS, sessions, flash messages, form handling, static files, and image uploads.</a:t>
          </a:r>
          <a:endParaRPr lang="en-US" sz="1400" kern="1200" dirty="0"/>
        </a:p>
      </dsp:txBody>
      <dsp:txXfrm>
        <a:off x="704938" y="443"/>
        <a:ext cx="5415306" cy="610336"/>
      </dsp:txXfrm>
    </dsp:sp>
    <dsp:sp modelId="{0E309F52-9846-4609-B5A5-6D6952E541EE}">
      <dsp:nvSpPr>
        <dsp:cNvPr id="0" name=""/>
        <dsp:cNvSpPr/>
      </dsp:nvSpPr>
      <dsp:spPr>
        <a:xfrm>
          <a:off x="0" y="763363"/>
          <a:ext cx="6120245" cy="610336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7C4BCD-3EE5-42ED-9153-F8DF54E5F451}">
      <dsp:nvSpPr>
        <dsp:cNvPr id="0" name=""/>
        <dsp:cNvSpPr/>
      </dsp:nvSpPr>
      <dsp:spPr>
        <a:xfrm>
          <a:off x="184626" y="900689"/>
          <a:ext cx="335685" cy="33568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3B08DA-16BE-47F5-8E70-8976590FAAF8}">
      <dsp:nvSpPr>
        <dsp:cNvPr id="0" name=""/>
        <dsp:cNvSpPr/>
      </dsp:nvSpPr>
      <dsp:spPr>
        <a:xfrm>
          <a:off x="704938" y="763363"/>
          <a:ext cx="5415306" cy="6103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594" tIns="64594" rIns="64594" bIns="64594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400" kern="1200"/>
            <a:t>Connects to the MySQL petcare database and hashes passwords with SHA-256.</a:t>
          </a:r>
          <a:endParaRPr lang="en-US" sz="1400" kern="1200"/>
        </a:p>
      </dsp:txBody>
      <dsp:txXfrm>
        <a:off x="704938" y="763363"/>
        <a:ext cx="5415306" cy="610336"/>
      </dsp:txXfrm>
    </dsp:sp>
    <dsp:sp modelId="{51DE7C03-7718-4D79-BB4D-7814426A305A}">
      <dsp:nvSpPr>
        <dsp:cNvPr id="0" name=""/>
        <dsp:cNvSpPr/>
      </dsp:nvSpPr>
      <dsp:spPr>
        <a:xfrm>
          <a:off x="0" y="1526284"/>
          <a:ext cx="6120245" cy="610336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AE31AC-1AB1-4B51-8C7E-3A39F65B38D3}">
      <dsp:nvSpPr>
        <dsp:cNvPr id="0" name=""/>
        <dsp:cNvSpPr/>
      </dsp:nvSpPr>
      <dsp:spPr>
        <a:xfrm>
          <a:off x="184626" y="1663610"/>
          <a:ext cx="335685" cy="33568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5026E4-A34D-4EE4-911B-C78154002973}">
      <dsp:nvSpPr>
        <dsp:cNvPr id="0" name=""/>
        <dsp:cNvSpPr/>
      </dsp:nvSpPr>
      <dsp:spPr>
        <a:xfrm>
          <a:off x="704938" y="1526284"/>
          <a:ext cx="5415306" cy="6103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594" tIns="64594" rIns="64594" bIns="64594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400" kern="1200" dirty="0"/>
            <a:t>Handles routes for authentication, admin user management, pet management, and journal actions.</a:t>
          </a:r>
          <a:endParaRPr lang="en-US" sz="1400" kern="1200" dirty="0"/>
        </a:p>
      </dsp:txBody>
      <dsp:txXfrm>
        <a:off x="704938" y="1526284"/>
        <a:ext cx="5415306" cy="610336"/>
      </dsp:txXfrm>
    </dsp:sp>
    <dsp:sp modelId="{9800CF81-885E-4A82-9D31-ABCC372E0395}">
      <dsp:nvSpPr>
        <dsp:cNvPr id="0" name=""/>
        <dsp:cNvSpPr/>
      </dsp:nvSpPr>
      <dsp:spPr>
        <a:xfrm>
          <a:off x="0" y="2289204"/>
          <a:ext cx="6120245" cy="610336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753DFD-9882-458D-942D-864BCC884BD0}">
      <dsp:nvSpPr>
        <dsp:cNvPr id="0" name=""/>
        <dsp:cNvSpPr/>
      </dsp:nvSpPr>
      <dsp:spPr>
        <a:xfrm>
          <a:off x="184626" y="2426530"/>
          <a:ext cx="335685" cy="33568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D1AB88-E44C-4FEE-885D-88293494F078}">
      <dsp:nvSpPr>
        <dsp:cNvPr id="0" name=""/>
        <dsp:cNvSpPr/>
      </dsp:nvSpPr>
      <dsp:spPr>
        <a:xfrm>
          <a:off x="704938" y="2289204"/>
          <a:ext cx="5415306" cy="6103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594" tIns="64594" rIns="64594" bIns="64594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400" kern="1200"/>
            <a:t>Runs SQL queries to create, retrieve, update, and delete user, pet, and journal data.</a:t>
          </a:r>
          <a:endParaRPr lang="en-US" sz="1400" kern="1200"/>
        </a:p>
      </dsp:txBody>
      <dsp:txXfrm>
        <a:off x="704938" y="2289204"/>
        <a:ext cx="5415306" cy="610336"/>
      </dsp:txXfrm>
    </dsp:sp>
    <dsp:sp modelId="{DBFA3A71-D58C-4E3E-AD36-86C9611EBEF9}">
      <dsp:nvSpPr>
        <dsp:cNvPr id="0" name=""/>
        <dsp:cNvSpPr/>
      </dsp:nvSpPr>
      <dsp:spPr>
        <a:xfrm>
          <a:off x="0" y="3052125"/>
          <a:ext cx="6120245" cy="610336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404C98-7E00-45A4-A906-188E6F4D53B0}">
      <dsp:nvSpPr>
        <dsp:cNvPr id="0" name=""/>
        <dsp:cNvSpPr/>
      </dsp:nvSpPr>
      <dsp:spPr>
        <a:xfrm>
          <a:off x="184626" y="3189450"/>
          <a:ext cx="335685" cy="33568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958EF9-7D97-40F5-9973-BB01CBA1A1E4}">
      <dsp:nvSpPr>
        <dsp:cNvPr id="0" name=""/>
        <dsp:cNvSpPr/>
      </dsp:nvSpPr>
      <dsp:spPr>
        <a:xfrm>
          <a:off x="704938" y="3052125"/>
          <a:ext cx="5415306" cy="6103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594" tIns="64594" rIns="64594" bIns="64594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400" kern="1200"/>
            <a:t>Renders EJS pages with relevant database results and session information.</a:t>
          </a:r>
          <a:endParaRPr lang="en-US" sz="1400" kern="1200"/>
        </a:p>
      </dsp:txBody>
      <dsp:txXfrm>
        <a:off x="704938" y="3052125"/>
        <a:ext cx="5415306" cy="610336"/>
      </dsp:txXfrm>
    </dsp:sp>
    <dsp:sp modelId="{E71B19C6-6458-41DE-82D8-AB8F3A9B9884}">
      <dsp:nvSpPr>
        <dsp:cNvPr id="0" name=""/>
        <dsp:cNvSpPr/>
      </dsp:nvSpPr>
      <dsp:spPr>
        <a:xfrm>
          <a:off x="0" y="3815045"/>
          <a:ext cx="6120245" cy="610336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1CDA65-3882-4E0C-BA17-6C88E1187E5A}">
      <dsp:nvSpPr>
        <dsp:cNvPr id="0" name=""/>
        <dsp:cNvSpPr/>
      </dsp:nvSpPr>
      <dsp:spPr>
        <a:xfrm>
          <a:off x="184626" y="3952371"/>
          <a:ext cx="335685" cy="33568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097E40-6A0C-4933-9C72-A4050D030C2E}">
      <dsp:nvSpPr>
        <dsp:cNvPr id="0" name=""/>
        <dsp:cNvSpPr/>
      </dsp:nvSpPr>
      <dsp:spPr>
        <a:xfrm>
          <a:off x="704938" y="3815045"/>
          <a:ext cx="5415306" cy="6103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594" tIns="64594" rIns="64594" bIns="64594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400" kern="1200"/>
            <a:t>Uses middleware to restrict access to selected routes.</a:t>
          </a:r>
          <a:endParaRPr lang="en-US" sz="1400" kern="1200"/>
        </a:p>
      </dsp:txBody>
      <dsp:txXfrm>
        <a:off x="704938" y="3815045"/>
        <a:ext cx="5415306" cy="610336"/>
      </dsp:txXfrm>
    </dsp:sp>
    <dsp:sp modelId="{D913E825-8584-47D4-9B85-FAE691BBEEE1}">
      <dsp:nvSpPr>
        <dsp:cNvPr id="0" name=""/>
        <dsp:cNvSpPr/>
      </dsp:nvSpPr>
      <dsp:spPr>
        <a:xfrm>
          <a:off x="0" y="4577966"/>
          <a:ext cx="6120245" cy="610336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5D1374-C15B-49F0-B66B-C4F1C5F69D01}">
      <dsp:nvSpPr>
        <dsp:cNvPr id="0" name=""/>
        <dsp:cNvSpPr/>
      </dsp:nvSpPr>
      <dsp:spPr>
        <a:xfrm>
          <a:off x="184626" y="4715291"/>
          <a:ext cx="335685" cy="33568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C41633-1AB2-4C23-A033-61228D4CC5CC}">
      <dsp:nvSpPr>
        <dsp:cNvPr id="0" name=""/>
        <dsp:cNvSpPr/>
      </dsp:nvSpPr>
      <dsp:spPr>
        <a:xfrm>
          <a:off x="704938" y="4577966"/>
          <a:ext cx="5415306" cy="6103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594" tIns="64594" rIns="64594" bIns="64594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400" kern="1200" dirty="0"/>
            <a:t>Starts the server on port 3000.</a:t>
          </a:r>
          <a:endParaRPr lang="en-US" sz="1400" kern="1200" dirty="0"/>
        </a:p>
      </dsp:txBody>
      <dsp:txXfrm>
        <a:off x="704938" y="4577966"/>
        <a:ext cx="5415306" cy="6103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75608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7E0B77-9356-40D6-9F82-3A7492D2C710}" type="slidenum">
              <a:rPr lang="en-SG" smtClean="0"/>
              <a:t>5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39105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37CE77-3C71-F319-FE6C-2C17C5D4F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575B39-34F1-8282-FC4E-86B5002661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73763D-5D53-914D-22F8-49419699DD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6C20D0-F7C6-D5E3-AEA8-EE2CCA188D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7E0B77-9356-40D6-9F82-3A7492D2C710}" type="slidenum">
              <a:rPr lang="en-SG" smtClean="0"/>
              <a:t>6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872893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7E0B77-9356-40D6-9F82-3A7492D2C710}" type="slidenum">
              <a:rPr lang="en-SG" smtClean="0"/>
              <a:t>7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041605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4186C7-30C3-4A42-A4F6-6DFA6D4E686E}" type="slidenum">
              <a:rPr lang="en-SG" smtClean="0"/>
              <a:t>10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637639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542D2-6E6E-5F11-75BA-7229C787A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DA05FC-3B38-2A5B-6DB0-48CE686424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75913F-0955-BABE-E986-C5725A84C4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641F4D-5C2C-4CA5-B577-1699C2E697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4186C7-30C3-4A42-A4F6-6DFA6D4E686E}" type="slidenum">
              <a:rPr lang="en-SG" smtClean="0"/>
              <a:t>11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404344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D20F9-E968-B1D3-FC88-C13557DF0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CEC0F2-9DF0-7B12-15D1-8D6B44EC30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506095-37C1-A14D-1BCC-7F8A567225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97E053-E671-7FCB-3190-6A281ADE46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4186C7-30C3-4A42-A4F6-6DFA6D4E686E}" type="slidenum">
              <a:rPr lang="en-SG" smtClean="0"/>
              <a:t>12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105258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4186C7-30C3-4A42-A4F6-6DFA6D4E686E}" type="slidenum">
              <a:rPr lang="en-SG" smtClean="0"/>
              <a:t>13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710827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4186C7-30C3-4A42-A4F6-6DFA6D4E686E}" type="slidenum">
              <a:rPr lang="en-SG" smtClean="0"/>
              <a:t>14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195176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4186C7-30C3-4A42-A4F6-6DFA6D4E686E}" type="slidenum">
              <a:rPr lang="en-SG" smtClean="0"/>
              <a:t>16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61963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4186C7-30C3-4A42-A4F6-6DFA6D4E686E}" type="slidenum">
              <a:rPr lang="en-SG" smtClean="0"/>
              <a:t>17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830852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4186C7-30C3-4A42-A4F6-6DFA6D4E686E}" type="slidenum">
              <a:rPr lang="en-SG" smtClean="0"/>
              <a:t>18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072475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4186C7-30C3-4A42-A4F6-6DFA6D4E686E}" type="slidenum">
              <a:rPr lang="en-SG" smtClean="0"/>
              <a:t>25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8201660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E7EF41-D5E5-46BF-9206-0EDF59036608}" type="slidenum">
              <a:rPr lang="en-SG" smtClean="0"/>
              <a:t>26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838325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E7EF41-D5E5-46BF-9206-0EDF59036608}" type="slidenum">
              <a:rPr lang="en-SG" smtClean="0"/>
              <a:t>27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8543457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4186C7-30C3-4A42-A4F6-6DFA6D4E686E}" type="slidenum">
              <a:rPr lang="en-SG" smtClean="0"/>
              <a:t>28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517591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4186C7-30C3-4A42-A4F6-6DFA6D4E686E}" type="slidenum">
              <a:rPr lang="en-SG" smtClean="0"/>
              <a:t>30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6843610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4186C7-30C3-4A42-A4F6-6DFA6D4E686E}" type="slidenum">
              <a:rPr lang="en-SG" smtClean="0"/>
              <a:t>31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894419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B9707F39-F961-3F68-12D7-0024837B5CF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2498" y="885069"/>
            <a:ext cx="5196766" cy="548146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SG"/>
          </a:p>
        </p:txBody>
      </p:sp>
      <p:pic>
        <p:nvPicPr>
          <p:cNvPr id="17" name="Picture 16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75440700-97FF-2B8D-E8AE-296B0F9E7043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8393" y="211869"/>
            <a:ext cx="2492539" cy="673200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2F563DD8-BF93-F6C9-1513-4EA8F0ACD5B5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8800" y="4834800"/>
            <a:ext cx="2023200" cy="20232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40C92E1-A8CC-136B-754E-68BB84BA2F5D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235"/>
            <a:ext cx="1347333" cy="676715"/>
          </a:xfrm>
          <a:prstGeom prst="rect">
            <a:avLst/>
          </a:prstGeom>
        </p:spPr>
      </p:pic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8BAE865C-1AFE-CA8E-5339-8140509959A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52738" y="2329265"/>
            <a:ext cx="3744913" cy="303953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Date in Arial Regular 18pt</a:t>
            </a:r>
            <a:endParaRPr lang="en-SG"/>
          </a:p>
        </p:txBody>
      </p:sp>
      <p:sp>
        <p:nvSpPr>
          <p:cNvPr id="59" name="Text Placeholder 50">
            <a:extLst>
              <a:ext uri="{FF2B5EF4-FFF2-40B4-BE49-F238E27FC236}">
                <a16:creationId xmlns:a16="http://schemas.microsoft.com/office/drawing/2014/main" id="{C64A83C9-62E3-9875-153B-4A2BE75FBA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52738" y="4426938"/>
            <a:ext cx="4982012" cy="667642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Subtitle Line Arial Bold 20pt</a:t>
            </a:r>
            <a:endParaRPr lang="en-SG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6AA5EF-C6FE-CF6B-69F9-84D1B83289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52738" y="2876590"/>
            <a:ext cx="5528194" cy="1325563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pPr lvl="0"/>
            <a:r>
              <a:rPr lang="en-US" dirty="0"/>
              <a:t>Title Slide Headline Text in Arial Black 32pt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310279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Image No D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B9707F39-F961-3F68-12D7-0024837B5CF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2498" y="885069"/>
            <a:ext cx="5196766" cy="548146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SG"/>
          </a:p>
        </p:txBody>
      </p:sp>
      <p:pic>
        <p:nvPicPr>
          <p:cNvPr id="17" name="Picture 16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75440700-97FF-2B8D-E8AE-296B0F9E7043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8393" y="211869"/>
            <a:ext cx="2492539" cy="673200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2F563DD8-BF93-F6C9-1513-4EA8F0ACD5B5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8800" y="4834800"/>
            <a:ext cx="2023200" cy="20232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40C92E1-A8CC-136B-754E-68BB84BA2F5D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235"/>
            <a:ext cx="1347333" cy="676715"/>
          </a:xfrm>
          <a:prstGeom prst="rect">
            <a:avLst/>
          </a:prstGeom>
        </p:spPr>
      </p:pic>
      <p:sp>
        <p:nvSpPr>
          <p:cNvPr id="59" name="Text Placeholder 50">
            <a:extLst>
              <a:ext uri="{FF2B5EF4-FFF2-40B4-BE49-F238E27FC236}">
                <a16:creationId xmlns:a16="http://schemas.microsoft.com/office/drawing/2014/main" id="{C64A83C9-62E3-9875-153B-4A2BE75FBA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52738" y="4426938"/>
            <a:ext cx="4982012" cy="667642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 Line Arial Bold 20pt</a:t>
            </a:r>
            <a:endParaRPr lang="en-SG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6AA5EF-C6FE-CF6B-69F9-84D1B83289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52738" y="2876590"/>
            <a:ext cx="5528194" cy="1325563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pPr lvl="0"/>
            <a:r>
              <a:rPr lang="en-US" dirty="0"/>
              <a:t>Title Slide Headline Text in Arial Black 32pt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399966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6B01C842-DD94-8C1B-1FFA-01AF281EEBA5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8393" y="211869"/>
            <a:ext cx="2492539" cy="6732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06243834-3EA2-D1DA-BAB7-5B669D505DFD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8800" y="4834800"/>
            <a:ext cx="2023200" cy="20232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899C2E7-4C7A-CC55-D18D-37CC4CCE56D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347333" cy="676715"/>
          </a:xfrm>
          <a:prstGeom prst="rect">
            <a:avLst/>
          </a:prstGeom>
        </p:spPr>
      </p:pic>
      <p:sp>
        <p:nvSpPr>
          <p:cNvPr id="15" name="Text Placeholder 50">
            <a:extLst>
              <a:ext uri="{FF2B5EF4-FFF2-40B4-BE49-F238E27FC236}">
                <a16:creationId xmlns:a16="http://schemas.microsoft.com/office/drawing/2014/main" id="{8445F44D-E783-EA66-2FC0-6D07A920F68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3666" y="2306900"/>
            <a:ext cx="3744913" cy="303953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Date in Arial Regular 18pt</a:t>
            </a:r>
            <a:endParaRPr lang="en-SG"/>
          </a:p>
        </p:txBody>
      </p:sp>
      <p:sp>
        <p:nvSpPr>
          <p:cNvPr id="17" name="Text Placeholder 50">
            <a:extLst>
              <a:ext uri="{FF2B5EF4-FFF2-40B4-BE49-F238E27FC236}">
                <a16:creationId xmlns:a16="http://schemas.microsoft.com/office/drawing/2014/main" id="{0654E638-44C0-DC85-43CF-A8F4671CF6D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3665" y="5205000"/>
            <a:ext cx="10032433" cy="673200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Subtitle Line Goes Here Arial Bold 20pt</a:t>
            </a:r>
            <a:endParaRPr lang="en-SG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276232F-B7AD-1E77-B4EE-EC4A617C18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3666" y="3300664"/>
            <a:ext cx="10032434" cy="1633286"/>
          </a:xfrm>
        </p:spPr>
        <p:txBody>
          <a:bodyPr anchor="b">
            <a:noAutofit/>
          </a:bodyPr>
          <a:lstStyle>
            <a:lvl1pPr>
              <a:defRPr sz="5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 Slide without image Arial Black 50pt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950323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No D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6B01C842-DD94-8C1B-1FFA-01AF281EEBA5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8393" y="211869"/>
            <a:ext cx="2492539" cy="6732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06243834-3EA2-D1DA-BAB7-5B669D505DFD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8800" y="4834800"/>
            <a:ext cx="2023200" cy="20232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899C2E7-4C7A-CC55-D18D-37CC4CCE56D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347333" cy="676715"/>
          </a:xfrm>
          <a:prstGeom prst="rect">
            <a:avLst/>
          </a:prstGeom>
        </p:spPr>
      </p:pic>
      <p:sp>
        <p:nvSpPr>
          <p:cNvPr id="17" name="Text Placeholder 50">
            <a:extLst>
              <a:ext uri="{FF2B5EF4-FFF2-40B4-BE49-F238E27FC236}">
                <a16:creationId xmlns:a16="http://schemas.microsoft.com/office/drawing/2014/main" id="{0654E638-44C0-DC85-43CF-A8F4671CF6D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3665" y="5205000"/>
            <a:ext cx="10032433" cy="673200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Subtitle Line Goes Here Arial Bold 20pt</a:t>
            </a:r>
            <a:endParaRPr lang="en-SG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276232F-B7AD-1E77-B4EE-EC4A617C18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3666" y="3300664"/>
            <a:ext cx="10032434" cy="1633286"/>
          </a:xfrm>
        </p:spPr>
        <p:txBody>
          <a:bodyPr anchor="b">
            <a:noAutofit/>
          </a:bodyPr>
          <a:lstStyle>
            <a:lvl1pPr>
              <a:defRPr sz="5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 Slide without image Arial Black 50pt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922283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">
    <p:bg>
      <p:bgPr>
        <a:solidFill>
          <a:srgbClr val="6FB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F6C9AFF5-CCCE-B744-D3F6-46766D4A965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8800" y="4834800"/>
            <a:ext cx="2023200" cy="2023200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2D37F5E7-014D-FBD4-A876-DF46DFDC25DC}"/>
              </a:ext>
            </a:extLst>
          </p:cNvPr>
          <p:cNvGrpSpPr>
            <a:grpSpLocks/>
          </p:cNvGrpSpPr>
          <p:nvPr/>
        </p:nvGrpSpPr>
        <p:grpSpPr>
          <a:xfrm>
            <a:off x="2201155" y="1487655"/>
            <a:ext cx="1348588" cy="674294"/>
            <a:chOff x="2150941" y="1359318"/>
            <a:chExt cx="1348588" cy="674294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117BA1B-D1C6-7B02-724C-AB0553644084}"/>
                </a:ext>
              </a:extLst>
            </p:cNvPr>
            <p:cNvSpPr>
              <a:spLocks/>
            </p:cNvSpPr>
            <p:nvPr/>
          </p:nvSpPr>
          <p:spPr>
            <a:xfrm>
              <a:off x="2150941" y="1359318"/>
              <a:ext cx="674294" cy="674294"/>
            </a:xfrm>
            <a:custGeom>
              <a:avLst/>
              <a:gdLst>
                <a:gd name="connsiteX0" fmla="*/ 0 w 674294"/>
                <a:gd name="connsiteY0" fmla="*/ 674294 h 674294"/>
                <a:gd name="connsiteX1" fmla="*/ 674294 w 674294"/>
                <a:gd name="connsiteY1" fmla="*/ 0 h 674294"/>
                <a:gd name="connsiteX2" fmla="*/ 0 w 674294"/>
                <a:gd name="connsiteY2" fmla="*/ 0 h 674294"/>
                <a:gd name="connsiteX3" fmla="*/ 0 w 674294"/>
                <a:gd name="connsiteY3" fmla="*/ 674294 h 674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4294" h="674294">
                  <a:moveTo>
                    <a:pt x="0" y="674294"/>
                  </a:moveTo>
                  <a:cubicBezTo>
                    <a:pt x="372401" y="674294"/>
                    <a:pt x="674294" y="372401"/>
                    <a:pt x="674294" y="0"/>
                  </a:cubicBezTo>
                  <a:lnTo>
                    <a:pt x="0" y="0"/>
                  </a:lnTo>
                  <a:lnTo>
                    <a:pt x="0" y="674294"/>
                  </a:lnTo>
                  <a:close/>
                </a:path>
              </a:pathLst>
            </a:custGeom>
            <a:solidFill>
              <a:schemeClr val="bg1"/>
            </a:solidFill>
            <a:ln w="23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G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C0300CD-509A-FD79-CA55-5EB920A35306}"/>
                </a:ext>
              </a:extLst>
            </p:cNvPr>
            <p:cNvSpPr>
              <a:spLocks/>
            </p:cNvSpPr>
            <p:nvPr/>
          </p:nvSpPr>
          <p:spPr>
            <a:xfrm>
              <a:off x="2825235" y="1359318"/>
              <a:ext cx="674294" cy="674294"/>
            </a:xfrm>
            <a:custGeom>
              <a:avLst/>
              <a:gdLst>
                <a:gd name="connsiteX0" fmla="*/ 0 w 674294"/>
                <a:gd name="connsiteY0" fmla="*/ 674294 h 674294"/>
                <a:gd name="connsiteX1" fmla="*/ 674294 w 674294"/>
                <a:gd name="connsiteY1" fmla="*/ 0 h 674294"/>
                <a:gd name="connsiteX2" fmla="*/ 0 w 674294"/>
                <a:gd name="connsiteY2" fmla="*/ 0 h 674294"/>
                <a:gd name="connsiteX3" fmla="*/ 0 w 674294"/>
                <a:gd name="connsiteY3" fmla="*/ 674294 h 674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4294" h="674294">
                  <a:moveTo>
                    <a:pt x="0" y="674294"/>
                  </a:moveTo>
                  <a:cubicBezTo>
                    <a:pt x="372401" y="674294"/>
                    <a:pt x="674294" y="372401"/>
                    <a:pt x="674294" y="0"/>
                  </a:cubicBezTo>
                  <a:lnTo>
                    <a:pt x="0" y="0"/>
                  </a:lnTo>
                  <a:lnTo>
                    <a:pt x="0" y="674294"/>
                  </a:lnTo>
                  <a:close/>
                </a:path>
              </a:pathLst>
            </a:custGeom>
            <a:solidFill>
              <a:srgbClr val="231F20"/>
            </a:solidFill>
            <a:ln w="23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G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23F3F66-DB5D-2399-9D19-29ED3370B5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01155" y="2619879"/>
            <a:ext cx="7419095" cy="3123696"/>
          </a:xfrm>
        </p:spPr>
        <p:txBody>
          <a:bodyPr anchor="t">
            <a:noAutofit/>
          </a:bodyPr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Divider Title (Arial Black 54)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768097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 with Tag">
    <p:bg>
      <p:bgPr>
        <a:solidFill>
          <a:srgbClr val="6FB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F6C9AFF5-CCCE-B744-D3F6-46766D4A965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8800" y="4834800"/>
            <a:ext cx="2023200" cy="2023200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2D37F5E7-014D-FBD4-A876-DF46DFDC25DC}"/>
              </a:ext>
            </a:extLst>
          </p:cNvPr>
          <p:cNvGrpSpPr>
            <a:grpSpLocks/>
          </p:cNvGrpSpPr>
          <p:nvPr/>
        </p:nvGrpSpPr>
        <p:grpSpPr>
          <a:xfrm>
            <a:off x="2201155" y="1487655"/>
            <a:ext cx="1348588" cy="674294"/>
            <a:chOff x="2150941" y="1359318"/>
            <a:chExt cx="1348588" cy="674294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117BA1B-D1C6-7B02-724C-AB0553644084}"/>
                </a:ext>
              </a:extLst>
            </p:cNvPr>
            <p:cNvSpPr>
              <a:spLocks/>
            </p:cNvSpPr>
            <p:nvPr/>
          </p:nvSpPr>
          <p:spPr>
            <a:xfrm>
              <a:off x="2150941" y="1359318"/>
              <a:ext cx="674294" cy="674294"/>
            </a:xfrm>
            <a:custGeom>
              <a:avLst/>
              <a:gdLst>
                <a:gd name="connsiteX0" fmla="*/ 0 w 674294"/>
                <a:gd name="connsiteY0" fmla="*/ 674294 h 674294"/>
                <a:gd name="connsiteX1" fmla="*/ 674294 w 674294"/>
                <a:gd name="connsiteY1" fmla="*/ 0 h 674294"/>
                <a:gd name="connsiteX2" fmla="*/ 0 w 674294"/>
                <a:gd name="connsiteY2" fmla="*/ 0 h 674294"/>
                <a:gd name="connsiteX3" fmla="*/ 0 w 674294"/>
                <a:gd name="connsiteY3" fmla="*/ 674294 h 674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4294" h="674294">
                  <a:moveTo>
                    <a:pt x="0" y="674294"/>
                  </a:moveTo>
                  <a:cubicBezTo>
                    <a:pt x="372401" y="674294"/>
                    <a:pt x="674294" y="372401"/>
                    <a:pt x="674294" y="0"/>
                  </a:cubicBezTo>
                  <a:lnTo>
                    <a:pt x="0" y="0"/>
                  </a:lnTo>
                  <a:lnTo>
                    <a:pt x="0" y="674294"/>
                  </a:lnTo>
                  <a:close/>
                </a:path>
              </a:pathLst>
            </a:custGeom>
            <a:solidFill>
              <a:schemeClr val="bg1"/>
            </a:solidFill>
            <a:ln w="23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G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C0300CD-509A-FD79-CA55-5EB920A35306}"/>
                </a:ext>
              </a:extLst>
            </p:cNvPr>
            <p:cNvSpPr>
              <a:spLocks/>
            </p:cNvSpPr>
            <p:nvPr/>
          </p:nvSpPr>
          <p:spPr>
            <a:xfrm>
              <a:off x="2825235" y="1359318"/>
              <a:ext cx="674294" cy="674294"/>
            </a:xfrm>
            <a:custGeom>
              <a:avLst/>
              <a:gdLst>
                <a:gd name="connsiteX0" fmla="*/ 0 w 674294"/>
                <a:gd name="connsiteY0" fmla="*/ 674294 h 674294"/>
                <a:gd name="connsiteX1" fmla="*/ 674294 w 674294"/>
                <a:gd name="connsiteY1" fmla="*/ 0 h 674294"/>
                <a:gd name="connsiteX2" fmla="*/ 0 w 674294"/>
                <a:gd name="connsiteY2" fmla="*/ 0 h 674294"/>
                <a:gd name="connsiteX3" fmla="*/ 0 w 674294"/>
                <a:gd name="connsiteY3" fmla="*/ 674294 h 674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4294" h="674294">
                  <a:moveTo>
                    <a:pt x="0" y="674294"/>
                  </a:moveTo>
                  <a:cubicBezTo>
                    <a:pt x="372401" y="674294"/>
                    <a:pt x="674294" y="372401"/>
                    <a:pt x="674294" y="0"/>
                  </a:cubicBezTo>
                  <a:lnTo>
                    <a:pt x="0" y="0"/>
                  </a:lnTo>
                  <a:lnTo>
                    <a:pt x="0" y="674294"/>
                  </a:lnTo>
                  <a:close/>
                </a:path>
              </a:pathLst>
            </a:custGeom>
            <a:solidFill>
              <a:srgbClr val="231F20"/>
            </a:solidFill>
            <a:ln w="23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G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23F3F66-DB5D-2399-9D19-29ED3370B5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01155" y="2256679"/>
            <a:ext cx="8600195" cy="2124822"/>
          </a:xfrm>
        </p:spPr>
        <p:txBody>
          <a:bodyPr anchor="b">
            <a:noAutofit/>
          </a:bodyPr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Divider Title (Arial Black 54)</a:t>
            </a:r>
            <a:endParaRPr lang="en-SG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367598-08DB-AD63-286E-6143E7F4EA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01863" y="4438131"/>
            <a:ext cx="8609012" cy="914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Tag line here</a:t>
            </a:r>
          </a:p>
        </p:txBody>
      </p:sp>
    </p:spTree>
    <p:extLst>
      <p:ext uri="{BB962C8B-B14F-4D97-AF65-F5344CB8AC3E}">
        <p14:creationId xmlns:p14="http://schemas.microsoft.com/office/powerpoint/2010/main" val="3233181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9A444EB-22CC-5683-D628-07C117591D3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1788800" y="6454800"/>
            <a:ext cx="403200" cy="403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E5B020-C0F9-1062-4599-469CF2939C0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3260" y="382613"/>
            <a:ext cx="1475540" cy="403200"/>
          </a:xfrm>
          <a:prstGeom prst="rect">
            <a:avLst/>
          </a:prstGeom>
        </p:spPr>
      </p:pic>
      <p:sp>
        <p:nvSpPr>
          <p:cNvPr id="11" name="Text Placeholder 50">
            <a:extLst>
              <a:ext uri="{FF2B5EF4-FFF2-40B4-BE49-F238E27FC236}">
                <a16:creationId xmlns:a16="http://schemas.microsoft.com/office/drawing/2014/main" id="{C9EDE493-3022-83F2-C631-A5B57EB94A1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30033" y="1593023"/>
            <a:ext cx="10899991" cy="4741102"/>
          </a:xfrm>
        </p:spPr>
        <p:txBody>
          <a:bodyPr>
            <a:noAutofit/>
          </a:bodyPr>
          <a:lstStyle>
            <a:lvl1pPr marL="342900" indent="-342900">
              <a:buFont typeface="Arial" panose="020B0604020202020204" pitchFamily="34" charset="0"/>
              <a:buChar char="•"/>
              <a:defRPr sz="20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/>
            </a:lvl2pPr>
          </a:lstStyle>
          <a:p>
            <a:pPr lvl="0"/>
            <a:r>
              <a:rPr lang="en-US" dirty="0"/>
              <a:t>Include bullet content here (Arial regular 20)</a:t>
            </a:r>
          </a:p>
          <a:p>
            <a:pPr lvl="1"/>
            <a:r>
              <a:rPr lang="en-US" dirty="0"/>
              <a:t>Second Level</a:t>
            </a:r>
            <a:endParaRPr lang="en-SG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0153BF-37E7-BB4A-6CD7-8A6DE0A636D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780174" y="6518753"/>
            <a:ext cx="403200" cy="365125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37634704-B76A-4521-980F-F9A17D805460}" type="slidenum">
              <a:rPr lang="en-SG" smtClean="0"/>
              <a:t>‹#›</a:t>
            </a:fld>
            <a:endParaRPr lang="en-SG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9195C67-87E9-0E13-7387-CA211EF5B0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65" y="785814"/>
            <a:ext cx="10531410" cy="6236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pPr lvl="0"/>
            <a:r>
              <a:rPr lang="en-US" dirty="0"/>
              <a:t>Slide Title in Arial Black 32pt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692382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9A444EB-22CC-5683-D628-07C117591D3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1788800" y="6454800"/>
            <a:ext cx="403200" cy="403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E5B020-C0F9-1062-4599-469CF2939C0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3260" y="382613"/>
            <a:ext cx="1475540" cy="403200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0153BF-37E7-BB4A-6CD7-8A6DE0A636D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780174" y="6518753"/>
            <a:ext cx="403200" cy="365125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37634704-B76A-4521-980F-F9A17D805460}" type="slidenum">
              <a:rPr lang="en-SG" smtClean="0"/>
              <a:t>‹#›</a:t>
            </a:fld>
            <a:endParaRPr lang="en-SG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CEED80B-937D-10B4-F03F-AF4BE7EFA3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65" y="785814"/>
            <a:ext cx="10531410" cy="6236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pPr lvl="0"/>
            <a:r>
              <a:rPr lang="en-US" dirty="0"/>
              <a:t>Slide Title in Arial Black 32pt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2238209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-Column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17D2C55-815E-9B4F-C350-98157CF8B8B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71538" y="1758951"/>
            <a:ext cx="4886325" cy="3798888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SG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7BF720A-26F6-8E36-6B81-4A4A7E5DB602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3260" y="382613"/>
            <a:ext cx="1475540" cy="4032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AB0E5FD-D6F5-C20D-27BA-CAB42634B79A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11788800" y="6454800"/>
            <a:ext cx="403200" cy="403200"/>
          </a:xfrm>
          <a:prstGeom prst="rect">
            <a:avLst/>
          </a:prstGeom>
        </p:spPr>
      </p:pic>
      <p:sp>
        <p:nvSpPr>
          <p:cNvPr id="23" name="Text Placeholder 50">
            <a:extLst>
              <a:ext uri="{FF2B5EF4-FFF2-40B4-BE49-F238E27FC236}">
                <a16:creationId xmlns:a16="http://schemas.microsoft.com/office/drawing/2014/main" id="{9B715452-E53F-B5B6-859C-312AD8BD67B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59157" y="1758951"/>
            <a:ext cx="4561305" cy="3798888"/>
          </a:xfrm>
        </p:spPr>
        <p:txBody>
          <a:bodyPr>
            <a:noAutofit/>
          </a:bodyPr>
          <a:lstStyle>
            <a:lvl1pPr marL="0" indent="0">
              <a:buNone/>
              <a:defRPr sz="18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Include body text here (Arial Regular 18)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E00B3FF-B498-68D3-6FCA-BCAEAC55B31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780174" y="6518753"/>
            <a:ext cx="403200" cy="365125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37634704-B76A-4521-980F-F9A17D805460}" type="slidenum">
              <a:rPr lang="en-SG" smtClean="0"/>
              <a:t>‹#›</a:t>
            </a:fld>
            <a:endParaRPr lang="en-SG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03767C9-5451-2BDE-520A-EB57A6D550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65" y="785814"/>
            <a:ext cx="10531410" cy="6236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pPr lvl="0"/>
            <a:r>
              <a:rPr lang="en-US" dirty="0"/>
              <a:t>Slide Title in Arial Black 32pt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144501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-Column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C0BC46A-7012-40EB-2F7B-3D5141B76B8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3260" y="382613"/>
            <a:ext cx="1475540" cy="4032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2961DFF-2383-8027-7F67-4DA323228006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11788800" y="6454800"/>
            <a:ext cx="403200" cy="403200"/>
          </a:xfrm>
          <a:prstGeom prst="rect">
            <a:avLst/>
          </a:prstGeom>
        </p:spPr>
      </p:pic>
      <p:sp>
        <p:nvSpPr>
          <p:cNvPr id="13" name="Text Placeholder 50">
            <a:extLst>
              <a:ext uri="{FF2B5EF4-FFF2-40B4-BE49-F238E27FC236}">
                <a16:creationId xmlns:a16="http://schemas.microsoft.com/office/drawing/2014/main" id="{7A1356C5-4D12-9F92-9C49-F66588AFCFE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76346" y="1868655"/>
            <a:ext cx="6221105" cy="4586145"/>
          </a:xfrm>
        </p:spPr>
        <p:txBody>
          <a:bodyPr>
            <a:noAutofit/>
          </a:bodyPr>
          <a:lstStyle>
            <a:lvl1pPr marL="0" indent="0">
              <a:buNone/>
              <a:defRPr sz="3000" b="0">
                <a:solidFill>
                  <a:srgbClr val="6FB0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Include paragraph here (Arial Regular 30)</a:t>
            </a:r>
            <a:endParaRPr lang="en-SG" dirty="0"/>
          </a:p>
        </p:txBody>
      </p:sp>
      <p:sp>
        <p:nvSpPr>
          <p:cNvPr id="14" name="Text Placeholder 50">
            <a:extLst>
              <a:ext uri="{FF2B5EF4-FFF2-40B4-BE49-F238E27FC236}">
                <a16:creationId xmlns:a16="http://schemas.microsoft.com/office/drawing/2014/main" id="{56DF607B-D9F4-1154-0EB1-1F853BB646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908758" y="1868654"/>
            <a:ext cx="3506896" cy="4586145"/>
          </a:xfrm>
        </p:spPr>
        <p:txBody>
          <a:bodyPr>
            <a:noAutofit/>
          </a:bodyPr>
          <a:lstStyle>
            <a:lvl1pPr marL="0" indent="0">
              <a:buNone/>
              <a:defRPr sz="18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Include body text here (Arial Regular 18)</a:t>
            </a:r>
            <a:endParaRPr lang="en-SG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5D4C76E-5EA7-E7B3-1001-642C0680EAB6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780174" y="6518753"/>
            <a:ext cx="403200" cy="365125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37634704-B76A-4521-980F-F9A17D805460}" type="slidenum">
              <a:rPr lang="en-SG" smtClean="0"/>
              <a:t>‹#›</a:t>
            </a:fld>
            <a:endParaRPr lang="en-SG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B1E6C82-76CA-B913-1096-A75AF49210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65" y="785814"/>
            <a:ext cx="10531410" cy="6236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pPr lvl="0"/>
            <a:r>
              <a:rPr lang="en-US" dirty="0"/>
              <a:t>Slide Title in Arial Black 32pt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567575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-Column Layou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CC5A3A1-50CE-5942-F47A-2B2384F3E82E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1788800" y="6454800"/>
            <a:ext cx="403200" cy="403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1B7C0CB-EA13-9E14-290E-996A679769EE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3260" y="382613"/>
            <a:ext cx="1475540" cy="403200"/>
          </a:xfrm>
          <a:prstGeom prst="rect">
            <a:avLst/>
          </a:prstGeom>
        </p:spPr>
      </p:pic>
      <p:sp>
        <p:nvSpPr>
          <p:cNvPr id="12" name="Text Placeholder 50">
            <a:extLst>
              <a:ext uri="{FF2B5EF4-FFF2-40B4-BE49-F238E27FC236}">
                <a16:creationId xmlns:a16="http://schemas.microsoft.com/office/drawing/2014/main" id="{E7ECDA8E-9819-1094-88BC-C24F570CE55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25855" y="1868654"/>
            <a:ext cx="3092270" cy="4586145"/>
          </a:xfrm>
        </p:spPr>
        <p:txBody>
          <a:bodyPr>
            <a:noAutofit/>
          </a:bodyPr>
          <a:lstStyle>
            <a:lvl1pPr marL="0" indent="0">
              <a:buNone/>
              <a:defRPr sz="18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Include body text here (Arial Regular 18)</a:t>
            </a:r>
            <a:endParaRPr lang="en-SG"/>
          </a:p>
        </p:txBody>
      </p:sp>
      <p:sp>
        <p:nvSpPr>
          <p:cNvPr id="13" name="Text Placeholder 50">
            <a:extLst>
              <a:ext uri="{FF2B5EF4-FFF2-40B4-BE49-F238E27FC236}">
                <a16:creationId xmlns:a16="http://schemas.microsoft.com/office/drawing/2014/main" id="{3DE16804-2BF1-6D35-32C1-EB67C6642E1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73877" y="1868653"/>
            <a:ext cx="3092270" cy="4586145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solidFill>
                  <a:srgbClr val="6FB0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Include header paragraph here (Arial Bold 20)</a:t>
            </a:r>
            <a:endParaRPr lang="en-SG"/>
          </a:p>
        </p:txBody>
      </p:sp>
      <p:sp>
        <p:nvSpPr>
          <p:cNvPr id="14" name="Text Placeholder 50">
            <a:extLst>
              <a:ext uri="{FF2B5EF4-FFF2-40B4-BE49-F238E27FC236}">
                <a16:creationId xmlns:a16="http://schemas.microsoft.com/office/drawing/2014/main" id="{036EC7F8-4081-9C7E-0EF8-AA007EF752C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49866" y="1868653"/>
            <a:ext cx="3092270" cy="4586145"/>
          </a:xfrm>
        </p:spPr>
        <p:txBody>
          <a:bodyPr>
            <a:noAutofit/>
          </a:bodyPr>
          <a:lstStyle>
            <a:lvl1pPr marL="0" indent="0">
              <a:buNone/>
              <a:defRPr sz="18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Include body text here (Arial Regular 18)</a:t>
            </a:r>
            <a:endParaRPr lang="en-SG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E25EC81-2655-02F1-38C9-02A0001E18D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780174" y="6518753"/>
            <a:ext cx="403200" cy="365125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37634704-B76A-4521-980F-F9A17D805460}" type="slidenum">
              <a:rPr lang="en-SG" smtClean="0"/>
              <a:t>‹#›</a:t>
            </a:fld>
            <a:endParaRPr lang="en-SG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2C4B17D-08C6-E815-412C-936D9BD545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65" y="785814"/>
            <a:ext cx="10531410" cy="6236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pPr lvl="0"/>
            <a:r>
              <a:rPr lang="en-US" dirty="0"/>
              <a:t>Slide Title in Arial Black 32pt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8009105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487D4D4E-A120-0899-9647-77A34C5BB68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71538" y="1758167"/>
            <a:ext cx="4886325" cy="3798888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SG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19F52D-133D-44D7-17A1-A13DAFCA8858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1788800" y="6454800"/>
            <a:ext cx="403200" cy="4032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D7C486F-4111-D8FC-6490-2A98BE38D17A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3260" y="382613"/>
            <a:ext cx="1475540" cy="403200"/>
          </a:xfrm>
          <a:prstGeom prst="rect">
            <a:avLst/>
          </a:prstGeom>
        </p:spPr>
      </p:pic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2AAA8302-379E-8A58-FEE2-5127A504B8C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02338" y="1758167"/>
            <a:ext cx="5359400" cy="3798888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SG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05EC29-A247-1526-790D-1CE1302EFC1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780174" y="6518753"/>
            <a:ext cx="403200" cy="365125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37634704-B76A-4521-980F-F9A17D805460}" type="slidenum">
              <a:rPr lang="en-SG" smtClean="0"/>
              <a:t>‹#›</a:t>
            </a:fld>
            <a:endParaRPr lang="en-SG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85A6E41-D69C-7AC0-C5B5-35DD164F29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65" y="785814"/>
            <a:ext cx="10531410" cy="6236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pPr lvl="0"/>
            <a:r>
              <a:rPr lang="en-US" dirty="0"/>
              <a:t>Slide Title in Arial Black 32pt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3164925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C19F52D-133D-44D7-17A1-A13DAFCA8858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1788800" y="6454800"/>
            <a:ext cx="403200" cy="4032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D7C486F-4111-D8FC-6490-2A98BE38D17A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3260" y="382613"/>
            <a:ext cx="1475540" cy="403200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05EC29-A247-1526-790D-1CE1302EFC1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780174" y="6518753"/>
            <a:ext cx="403200" cy="365125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7634704-B76A-4521-980F-F9A17D805460}" type="slidenum">
              <a:rPr lang="en-SG" smtClean="0"/>
              <a:t>‹#›</a:t>
            </a:fld>
            <a:endParaRPr lang="en-SG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6E470DD7-07D5-B794-1797-AD7EAB7410C3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5988307" y="1758950"/>
            <a:ext cx="5089268" cy="448945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C9196EC4-A7D7-8920-9041-E9BAD0ACDE4C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546100" y="1758950"/>
            <a:ext cx="5089268" cy="448945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10C38FC-A1CD-861C-73B2-89912DB936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65" y="785814"/>
            <a:ext cx="10531410" cy="6236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pPr lvl="0"/>
            <a:r>
              <a:rPr lang="en-US" dirty="0"/>
              <a:t>Slide Title in Arial Black 32pt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8370166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EB298-0B02-FA07-92E7-D0E58F2592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E42805-48E1-504D-EEB4-F5DB10D58E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54B4B4-5151-FD92-D6DC-7B0162A60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2915-0CD0-47F7-8E0E-CBA38867E052}" type="datetimeFigureOut">
              <a:rPr lang="en-SG" smtClean="0"/>
              <a:t>20/10/2026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84BB4-24C4-899F-06ED-94953B934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56AAFC-9E01-83FF-B259-3701621DE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34704-B76A-4521-980F-F9A17D80546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742112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50">
            <a:extLst>
              <a:ext uri="{FF2B5EF4-FFF2-40B4-BE49-F238E27FC236}">
                <a16:creationId xmlns:a16="http://schemas.microsoft.com/office/drawing/2014/main" id="{C9EDE493-3022-83F2-C631-A5B57EB94A1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30035" y="1593025"/>
            <a:ext cx="7339144" cy="3671953"/>
          </a:xfrm>
        </p:spPr>
        <p:txBody>
          <a:bodyPr>
            <a:noAutofit/>
          </a:bodyPr>
          <a:lstStyle>
            <a:lvl1pPr marL="257175" indent="-257175">
              <a:buFont typeface="Arial" panose="020B0604020202020204" pitchFamily="34" charset="0"/>
              <a:buChar char="•"/>
              <a:defRPr sz="15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Include bullet content here (Arial regular 20)</a:t>
            </a:r>
            <a:endParaRPr lang="en-SG"/>
          </a:p>
        </p:txBody>
      </p:sp>
      <p:sp>
        <p:nvSpPr>
          <p:cNvPr id="12" name="Text Placeholder 50">
            <a:extLst>
              <a:ext uri="{FF2B5EF4-FFF2-40B4-BE49-F238E27FC236}">
                <a16:creationId xmlns:a16="http://schemas.microsoft.com/office/drawing/2014/main" id="{E65D6370-7DD6-349A-1411-08C3CD222FE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5" hasCustomPrompt="1"/>
          </p:nvPr>
        </p:nvSpPr>
        <p:spPr>
          <a:xfrm>
            <a:off x="11843781" y="6619460"/>
            <a:ext cx="348219" cy="238540"/>
          </a:xfrm>
        </p:spPr>
        <p:txBody>
          <a:bodyPr>
            <a:noAutofit/>
          </a:bodyPr>
          <a:lstStyle>
            <a:lvl1pPr marL="0" indent="0" algn="ctr">
              <a:buNone/>
              <a:defRPr sz="825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00</a:t>
            </a:r>
            <a:endParaRPr lang="en-SG"/>
          </a:p>
        </p:txBody>
      </p:sp>
      <p:sp>
        <p:nvSpPr>
          <p:cNvPr id="3" name="Text Placeholder 50">
            <a:extLst>
              <a:ext uri="{FF2B5EF4-FFF2-40B4-BE49-F238E27FC236}">
                <a16:creationId xmlns:a16="http://schemas.microsoft.com/office/drawing/2014/main" id="{E4470E7A-B67B-5220-2D90-13D5AB1496D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30035" y="692681"/>
            <a:ext cx="9216072" cy="623667"/>
          </a:xfrm>
        </p:spPr>
        <p:txBody>
          <a:bodyPr>
            <a:noAutofit/>
          </a:bodyPr>
          <a:lstStyle>
            <a:lvl1pPr marL="0" indent="0">
              <a:buNone/>
              <a:defRPr sz="3200" b="0">
                <a:latin typeface="Arial Black" panose="020B0A040201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Slide Title in Arial Black 32pt</a:t>
            </a:r>
            <a:endParaRPr lang="en-SG"/>
          </a:p>
        </p:txBody>
      </p:sp>
      <p:pic>
        <p:nvPicPr>
          <p:cNvPr id="5" name="Picture 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4485791-BFA0-0C7F-6E21-DA8ECECD96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8605" y="229565"/>
            <a:ext cx="1825176" cy="4032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511219F-5C18-0CB9-9A0C-B12AD094BF24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 rot="10800000">
            <a:off x="11654400" y="6454800"/>
            <a:ext cx="537600" cy="40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5763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987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04F90C-6A25-7B45-4D40-4AF6365F3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7C91A6-E80A-E271-1A2A-66F1BFA64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E94A59-448E-11D4-4086-32DAF36552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932915-0CD0-47F7-8E0E-CBA38867E052}" type="datetimeFigureOut">
              <a:rPr lang="en-SG" smtClean="0"/>
              <a:t>20/10/2026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35392C-91E6-369E-D0BC-1388ADF105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975CD6-1D19-30A9-A10A-87EC3E4676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7634704-B76A-4521-980F-F9A17D805460}" type="slidenum">
              <a:rPr lang="en-SG" smtClean="0"/>
              <a:t>‹#›</a:t>
            </a:fld>
            <a:endParaRPr lang="en-SG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5A56C8-5334-C4ED-C577-FCA7D7C68E1C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139500" y="63500"/>
            <a:ext cx="1938337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SG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Official (Closed) \ Sensitive Normal</a:t>
            </a:r>
          </a:p>
        </p:txBody>
      </p:sp>
    </p:spTree>
    <p:extLst>
      <p:ext uri="{BB962C8B-B14F-4D97-AF65-F5344CB8AC3E}">
        <p14:creationId xmlns:p14="http://schemas.microsoft.com/office/powerpoint/2010/main" val="1843717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 Black" panose="020B0A04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x.com/alexxubyte/status/1755992712229368299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gif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196DFB-4C15-58A6-A7C5-386451CB9A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Week 01</a:t>
            </a:r>
          </a:p>
          <a:p>
            <a:r>
              <a:rPr lang="en-US" dirty="0"/>
              <a:t>Lesson 02 Revisiting </a:t>
            </a:r>
            <a:r>
              <a:rPr lang="en-US" dirty="0" err="1"/>
              <a:t>PetCareApp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E2917B0-3A4A-502C-A94F-AF202601E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C372 Payment Technologies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1004536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D1C2D7F-3675-170B-DBB7-EDA9D9C47F7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As you go through the day with your lecturer, there will be activities for you to work on. </a:t>
            </a:r>
          </a:p>
          <a:p>
            <a:r>
              <a:rPr lang="en-US" dirty="0"/>
              <a:t>Some activities are meant to help you take notes, while others are for you to delve deeper into the topics. </a:t>
            </a:r>
          </a:p>
          <a:p>
            <a:r>
              <a:rPr lang="en-US" dirty="0"/>
              <a:t>These activities will be mapped in both the slides and worksheet. You should put your answers in the worksheet. </a:t>
            </a:r>
          </a:p>
          <a:p>
            <a:r>
              <a:rPr lang="en-US" dirty="0"/>
              <a:t>Below are some icons to guide you on what an activity will require you to do. </a:t>
            </a:r>
            <a:endParaRPr lang="en-SG" dirty="0"/>
          </a:p>
          <a:p>
            <a:endParaRPr lang="en-SG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2E30E96-3A4D-EC3B-4721-0C8CC0CAB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Administrative matters</a:t>
            </a:r>
            <a:endParaRPr lang="en-SG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A1193DD-27D5-C389-C226-D592BDA136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2482" y="3998202"/>
            <a:ext cx="477441" cy="50842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E33C4B5-7BA9-68DA-4DD6-C7F81D592F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1325" y="4660966"/>
            <a:ext cx="1239752" cy="61987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285E1C6-A137-B18C-853B-ED28E1854ED0}"/>
              </a:ext>
            </a:extLst>
          </p:cNvPr>
          <p:cNvSpPr txBox="1"/>
          <p:nvPr/>
        </p:nvSpPr>
        <p:spPr>
          <a:xfrm>
            <a:off x="2897885" y="4014637"/>
            <a:ext cx="31981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Answer some questions on your own as you watch a video or listen to your lecturer.</a:t>
            </a:r>
            <a:endParaRPr lang="en-SG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SG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A4DA63-136A-0ED6-7FAD-2E070D13FFD0}"/>
              </a:ext>
            </a:extLst>
          </p:cNvPr>
          <p:cNvSpPr txBox="1"/>
          <p:nvPr/>
        </p:nvSpPr>
        <p:spPr>
          <a:xfrm>
            <a:off x="2941267" y="4728529"/>
            <a:ext cx="31113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Team discussions</a:t>
            </a:r>
            <a:endParaRPr lang="en-SG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E7CC6E6-862A-C77D-0ECF-D48C16732469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1822482" y="5393173"/>
            <a:ext cx="544839" cy="49908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4F1C35C-D9CD-FAF0-94C0-22D902E8E08D}"/>
              </a:ext>
            </a:extLst>
          </p:cNvPr>
          <p:cNvSpPr txBox="1"/>
          <p:nvPr/>
        </p:nvSpPr>
        <p:spPr>
          <a:xfrm>
            <a:off x="2897884" y="5331089"/>
            <a:ext cx="31547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This is a lecturer-led activity. Your lecturer will guide you through an activity step-by-step. Pay close attention!</a:t>
            </a:r>
            <a:endParaRPr lang="en-SG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79980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9252675-CCE8-D924-851F-E5DDD8BFE94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>
              <a:lnSpc>
                <a:spcPct val="120000"/>
              </a:lnSpc>
              <a:buNone/>
            </a:pPr>
            <a:r>
              <a:rPr lang="en-SG" b="1" dirty="0"/>
              <a:t>In this lesson, we will revise</a:t>
            </a:r>
            <a:endParaRPr lang="en-SG" dirty="0"/>
          </a:p>
          <a:p>
            <a:pPr>
              <a:lnSpc>
                <a:spcPct val="120000"/>
              </a:lnSpc>
            </a:pPr>
            <a:r>
              <a:rPr lang="en-SG" dirty="0"/>
              <a:t>JavaScript conditions, arrays and loops using payment-related examples. </a:t>
            </a:r>
          </a:p>
          <a:p>
            <a:pPr>
              <a:lnSpc>
                <a:spcPct val="120000"/>
              </a:lnSpc>
            </a:pPr>
            <a:r>
              <a:rPr lang="en-SG" dirty="0"/>
              <a:t>How app.js, MySQL and EJS templates work together in </a:t>
            </a:r>
            <a:r>
              <a:rPr lang="en-SG" dirty="0" err="1"/>
              <a:t>PetCareApp</a:t>
            </a:r>
            <a:r>
              <a:rPr lang="en-SG" dirty="0"/>
              <a:t>. </a:t>
            </a:r>
          </a:p>
          <a:p>
            <a:pPr>
              <a:lnSpc>
                <a:spcPct val="120000"/>
              </a:lnSpc>
            </a:pPr>
            <a:r>
              <a:rPr lang="en-SG" dirty="0"/>
              <a:t>How to trace GET and POST requests, from browser actions through route handlers and database operations to the displayed response. </a:t>
            </a:r>
          </a:p>
          <a:p>
            <a:endParaRPr lang="en-SG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080F052-FA85-249F-6C36-9D2481B18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Objectives</a:t>
            </a:r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AA8AFE-D247-DA22-6498-BE04717CCAEE}"/>
              </a:ext>
            </a:extLst>
          </p:cNvPr>
          <p:cNvSpPr txBox="1"/>
          <p:nvPr/>
        </p:nvSpPr>
        <p:spPr>
          <a:xfrm>
            <a:off x="584728" y="4739734"/>
            <a:ext cx="797454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Note:</a:t>
            </a:r>
          </a:p>
          <a:p>
            <a:r>
              <a:rPr lang="en-US" b="1" dirty="0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Record your responses to all activity questions in your worksheet.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FF0000"/>
              </a:solidFill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540220E-3150-26AA-1F0C-E038C2A6EE4C}"/>
              </a:ext>
            </a:extLst>
          </p:cNvPr>
          <p:cNvGrpSpPr/>
          <p:nvPr/>
        </p:nvGrpSpPr>
        <p:grpSpPr>
          <a:xfrm>
            <a:off x="584728" y="5420295"/>
            <a:ext cx="5456424" cy="488397"/>
            <a:chOff x="996966" y="4289055"/>
            <a:chExt cx="5456424" cy="488397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9A12611-228A-A40A-50F9-04A0512873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6966" y="4289055"/>
              <a:ext cx="488397" cy="488397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D726DA0-17E8-9789-E98C-B0A25D548554}"/>
                </a:ext>
              </a:extLst>
            </p:cNvPr>
            <p:cNvSpPr txBox="1"/>
            <p:nvPr/>
          </p:nvSpPr>
          <p:spPr>
            <a:xfrm>
              <a:off x="1485363" y="4348587"/>
              <a:ext cx="49680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highlight>
                    <a:srgbClr val="FFFF00"/>
                  </a:highlight>
                  <a:latin typeface="Arial" panose="020B0604020202020204" pitchFamily="34" charset="0"/>
                  <a:cs typeface="Arial" panose="020B0604020202020204" pitchFamily="34" charset="0"/>
                </a:rPr>
                <a:t>Slides with this icon is for your self-reading</a:t>
              </a:r>
              <a:endParaRPr lang="en-SG" b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81680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84226-283B-A714-430A-FC3F0B9A0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1047551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481D9F-E151-6DB4-7F94-8C7A1FD5D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SG" b="1" dirty="0"/>
              <a:t>How Digital Payments Move: Three Architectures</a:t>
            </a:r>
            <a:endParaRPr lang="en-SG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CDA0E8F-742C-2E61-B294-564666C71CB6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672389"/>
          <a:ext cx="10515600" cy="3789946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304168287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56958198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69398028"/>
                    </a:ext>
                  </a:extLst>
                </a:gridCol>
              </a:tblGrid>
              <a:tr h="5799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G" b="1" dirty="0">
                          <a:effectLst/>
                        </a:rPr>
                        <a:t>Architecture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G" b="1" dirty="0">
                          <a:effectLst/>
                        </a:rPr>
                        <a:t>Example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G" b="1" dirty="0">
                          <a:effectLst/>
                        </a:rPr>
                        <a:t>Simplified movement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3853965"/>
                  </a:ext>
                </a:extLst>
              </a:tr>
              <a:tr h="101489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G">
                          <a:effectLst/>
                        </a:rPr>
                        <a:t>Card-based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G" dirty="0">
                          <a:effectLst/>
                        </a:rPr>
                        <a:t>Visa or Mastercard card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G">
                          <a:effectLst/>
                        </a:rPr>
                        <a:t>Merchant → card network → issuing bank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3563864"/>
                  </a:ext>
                </a:extLst>
              </a:tr>
              <a:tr h="101489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G" dirty="0">
                          <a:effectLst/>
                        </a:rPr>
                        <a:t>Account-to-account(A2A)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G" dirty="0" err="1">
                          <a:effectLst/>
                        </a:rPr>
                        <a:t>PayNow</a:t>
                      </a:r>
                      <a:endParaRPr lang="en-SG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G">
                          <a:effectLst/>
                        </a:rPr>
                        <a:t>Payer account → payment infrastructure → recipient account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8868863"/>
                  </a:ext>
                </a:extLst>
              </a:tr>
              <a:tr h="11802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G" dirty="0">
                          <a:effectLst/>
                        </a:rPr>
                        <a:t>Wallet-based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G" dirty="0" err="1">
                          <a:effectLst/>
                        </a:rPr>
                        <a:t>GrabPay</a:t>
                      </a:r>
                      <a:r>
                        <a:rPr lang="en-SG" dirty="0">
                          <a:effectLst/>
                        </a:rPr>
                        <a:t> or stored-value wallet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19048"/>
                        </a:lnSpc>
                        <a:buNone/>
                      </a:pPr>
                      <a:r>
                        <a:rPr lang="en-SG" dirty="0">
                          <a:effectLst/>
                        </a:rPr>
                        <a:t>Wallet balance or linked funding source → merchant</a:t>
                      </a:r>
                      <a:endParaRPr lang="en-SG" sz="1050" b="0" i="0" dirty="0">
                        <a:effectLst/>
                        <a:latin typeface="Segoe UI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730289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11DEF6C-A472-D0C5-A669-9A992A53919E}"/>
              </a:ext>
            </a:extLst>
          </p:cNvPr>
          <p:cNvSpPr txBox="1"/>
          <p:nvPr/>
        </p:nvSpPr>
        <p:spPr>
          <a:xfrm>
            <a:off x="943665" y="5817876"/>
            <a:ext cx="88613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*NFC and QR codes describe how payment information may be presented or exchanged. They do not always identify the underlying payment rail.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183907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9AA0D-FE29-089E-C310-DBD7EE69D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BE9EA-9D44-2547-9F6F-225EDA0479A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0036" y="1593024"/>
            <a:ext cx="5250650" cy="4572296"/>
          </a:xfrm>
        </p:spPr>
        <p:txBody>
          <a:bodyPr>
            <a:normAutofit/>
          </a:bodyPr>
          <a:lstStyle/>
          <a:p>
            <a:pPr marL="0" lvl="0" indent="0" fontAlgn="t">
              <a:buNone/>
            </a:pPr>
            <a:r>
              <a:rPr lang="en-US" sz="2400" dirty="0"/>
              <a:t>Six roles commonly found in a card-based transaction.</a:t>
            </a:r>
          </a:p>
          <a:p>
            <a:pPr marL="342900" lvl="0" indent="-342900" fontAlgn="t"/>
            <a:r>
              <a:rPr lang="en-SG" sz="1800" b="1" dirty="0"/>
              <a:t>Customer/Payer:</a:t>
            </a:r>
            <a:r>
              <a:rPr lang="en-SG" sz="1800" dirty="0"/>
              <a:t> initiates the payment</a:t>
            </a:r>
          </a:p>
          <a:p>
            <a:pPr marL="342900" lvl="0" indent="-342900" fontAlgn="t"/>
            <a:r>
              <a:rPr lang="en-SG" sz="1800" b="1" dirty="0"/>
              <a:t>Merchant/Payee:</a:t>
            </a:r>
            <a:r>
              <a:rPr lang="en-SG" sz="1800" dirty="0"/>
              <a:t> accepts payment</a:t>
            </a:r>
          </a:p>
          <a:p>
            <a:pPr marL="342900" lvl="0" indent="-342900" fontAlgn="t"/>
            <a:r>
              <a:rPr lang="en-SG" sz="1800" b="1" dirty="0"/>
              <a:t>Gateway/Payment Service Provider:</a:t>
            </a:r>
            <a:r>
              <a:rPr lang="en-SG" sz="1800" dirty="0"/>
              <a:t> transmits and manages payment requests</a:t>
            </a:r>
          </a:p>
          <a:p>
            <a:pPr marL="342900" lvl="0" indent="-342900" fontAlgn="t"/>
            <a:r>
              <a:rPr lang="en-SG" sz="1800" b="1" dirty="0"/>
              <a:t>Acquirer:</a:t>
            </a:r>
            <a:r>
              <a:rPr lang="en-SG" sz="1800" dirty="0"/>
              <a:t> supports the merchant’s acceptance of payment</a:t>
            </a:r>
          </a:p>
          <a:p>
            <a:pPr marL="342900" lvl="0" indent="-342900" fontAlgn="t"/>
            <a:r>
              <a:rPr lang="en-SG" sz="1800" b="1" dirty="0"/>
              <a:t>Network:</a:t>
            </a:r>
            <a:r>
              <a:rPr lang="en-SG" sz="1800" dirty="0"/>
              <a:t> routes card-payment messages</a:t>
            </a:r>
          </a:p>
          <a:p>
            <a:pPr marL="342900" lvl="0" indent="-342900" fontAlgn="t"/>
            <a:r>
              <a:rPr lang="en-SG" sz="1800" b="1" dirty="0"/>
              <a:t>Issuer:</a:t>
            </a:r>
            <a:r>
              <a:rPr lang="en-SG" sz="1800" dirty="0"/>
              <a:t> approves or declines on behalf of the customer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SG" sz="24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EA44EED-9204-6D06-25C6-E4A05A17D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players</a:t>
            </a:r>
            <a:endParaRPr lang="en-SG" dirty="0"/>
          </a:p>
        </p:txBody>
      </p:sp>
      <p:pic>
        <p:nvPicPr>
          <p:cNvPr id="5" name="Picture 4" descr="A diagram of a payment process&#10;&#10;Description automatically generated">
            <a:extLst>
              <a:ext uri="{FF2B5EF4-FFF2-40B4-BE49-F238E27FC236}">
                <a16:creationId xmlns:a16="http://schemas.microsoft.com/office/drawing/2014/main" id="{B20483D2-DEF0-9DB9-749E-8981045FC5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1315" y="700264"/>
            <a:ext cx="4550032" cy="59283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7C58122-E93F-F410-11F2-7FC9EA22ED07}"/>
              </a:ext>
            </a:extLst>
          </p:cNvPr>
          <p:cNvSpPr txBox="1"/>
          <p:nvPr/>
        </p:nvSpPr>
        <p:spPr>
          <a:xfrm>
            <a:off x="829074" y="6382426"/>
            <a:ext cx="334418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000" dirty="0">
                <a:hlinkClick r:id="rId4"/>
              </a:rPr>
              <a:t>https://x.com/alexxubyte/status/1755992712229368299</a:t>
            </a:r>
            <a:r>
              <a:rPr lang="en-SG" sz="1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088514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932A4AE-FF69-7356-E18C-6E26F4E99D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fontAlgn="t">
              <a:buNone/>
            </a:pPr>
            <a:endParaRPr lang="en-SG" dirty="0"/>
          </a:p>
          <a:p>
            <a:pPr fontAlgn="t">
              <a:buNone/>
            </a:pPr>
            <a:endParaRPr lang="en-SG" dirty="0"/>
          </a:p>
          <a:p>
            <a:endParaRPr lang="en-SG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95CA539-F6C3-E69C-D915-8AD57866C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Payment Does Not Happen All at Once</a:t>
            </a:r>
            <a:endParaRPr lang="en-SG" dirty="0"/>
          </a:p>
        </p:txBody>
      </p:sp>
      <p:sp>
        <p:nvSpPr>
          <p:cNvPr id="5" name="Shape 18">
            <a:extLst>
              <a:ext uri="{FF2B5EF4-FFF2-40B4-BE49-F238E27FC236}">
                <a16:creationId xmlns:a16="http://schemas.microsoft.com/office/drawing/2014/main" id="{0196C334-B1B5-39E1-D20D-1852D70A5DE3}"/>
              </a:ext>
            </a:extLst>
          </p:cNvPr>
          <p:cNvSpPr/>
          <p:nvPr/>
        </p:nvSpPr>
        <p:spPr>
          <a:xfrm>
            <a:off x="749299" y="2035743"/>
            <a:ext cx="30632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blurRad="19050" dist="889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 sz="2800"/>
          </a:p>
        </p:txBody>
      </p:sp>
      <p:sp>
        <p:nvSpPr>
          <p:cNvPr id="7" name="Shape 19">
            <a:extLst>
              <a:ext uri="{FF2B5EF4-FFF2-40B4-BE49-F238E27FC236}">
                <a16:creationId xmlns:a16="http://schemas.microsoft.com/office/drawing/2014/main" id="{2E5C6519-A99D-10A0-6F64-9C71E2123ECC}"/>
              </a:ext>
            </a:extLst>
          </p:cNvPr>
          <p:cNvSpPr/>
          <p:nvPr/>
        </p:nvSpPr>
        <p:spPr>
          <a:xfrm>
            <a:off x="749299" y="2035743"/>
            <a:ext cx="73152" cy="10972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" name="Text 20">
            <a:extLst>
              <a:ext uri="{FF2B5EF4-FFF2-40B4-BE49-F238E27FC236}">
                <a16:creationId xmlns:a16="http://schemas.microsoft.com/office/drawing/2014/main" id="{EFDEE1D7-EC7C-9DFC-07AB-6C0AADEACE0F}"/>
              </a:ext>
            </a:extLst>
          </p:cNvPr>
          <p:cNvSpPr/>
          <p:nvPr/>
        </p:nvSpPr>
        <p:spPr>
          <a:xfrm>
            <a:off x="977899" y="2218623"/>
            <a:ext cx="2679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63A32"/>
                </a:solidFill>
              </a:rPr>
              <a:t>1. Authorisation</a:t>
            </a:r>
            <a:endParaRPr lang="en-US" dirty="0"/>
          </a:p>
        </p:txBody>
      </p:sp>
      <p:sp>
        <p:nvSpPr>
          <p:cNvPr id="11" name="Text 21">
            <a:extLst>
              <a:ext uri="{FF2B5EF4-FFF2-40B4-BE49-F238E27FC236}">
                <a16:creationId xmlns:a16="http://schemas.microsoft.com/office/drawing/2014/main" id="{22D2974A-CAC5-41A1-CBA3-2C626DD7A0E4}"/>
              </a:ext>
            </a:extLst>
          </p:cNvPr>
          <p:cNvSpPr/>
          <p:nvPr/>
        </p:nvSpPr>
        <p:spPr>
          <a:xfrm>
            <a:off x="977899" y="2602671"/>
            <a:ext cx="267919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212B"/>
                </a:solidFill>
              </a:rPr>
              <a:t>Can this transaction proceed?</a:t>
            </a:r>
            <a:endParaRPr lang="en-US" sz="1400" dirty="0"/>
          </a:p>
        </p:txBody>
      </p:sp>
      <p:sp>
        <p:nvSpPr>
          <p:cNvPr id="13" name="Shape 22">
            <a:extLst>
              <a:ext uri="{FF2B5EF4-FFF2-40B4-BE49-F238E27FC236}">
                <a16:creationId xmlns:a16="http://schemas.microsoft.com/office/drawing/2014/main" id="{BCD33DE8-DDE9-324D-A17D-4637FC585AB3}"/>
              </a:ext>
            </a:extLst>
          </p:cNvPr>
          <p:cNvSpPr/>
          <p:nvPr/>
        </p:nvSpPr>
        <p:spPr>
          <a:xfrm>
            <a:off x="4361179" y="2035743"/>
            <a:ext cx="30632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blurRad="19050" dist="889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 sz="2800"/>
          </a:p>
        </p:txBody>
      </p:sp>
      <p:sp>
        <p:nvSpPr>
          <p:cNvPr id="15" name="Shape 23">
            <a:extLst>
              <a:ext uri="{FF2B5EF4-FFF2-40B4-BE49-F238E27FC236}">
                <a16:creationId xmlns:a16="http://schemas.microsoft.com/office/drawing/2014/main" id="{27E02F36-8539-85F0-3429-89D77D1712C9}"/>
              </a:ext>
            </a:extLst>
          </p:cNvPr>
          <p:cNvSpPr/>
          <p:nvPr/>
        </p:nvSpPr>
        <p:spPr>
          <a:xfrm>
            <a:off x="4361179" y="2035743"/>
            <a:ext cx="73152" cy="1097280"/>
          </a:xfrm>
          <a:prstGeom prst="rect">
            <a:avLst/>
          </a:prstGeom>
          <a:solidFill>
            <a:srgbClr val="6FBE44"/>
          </a:solidFill>
          <a:ln w="12700">
            <a:solidFill>
              <a:srgbClr val="6FBE44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7" name="Text 24">
            <a:extLst>
              <a:ext uri="{FF2B5EF4-FFF2-40B4-BE49-F238E27FC236}">
                <a16:creationId xmlns:a16="http://schemas.microsoft.com/office/drawing/2014/main" id="{F5669A55-AE64-FDF5-6D13-6216D4397F49}"/>
              </a:ext>
            </a:extLst>
          </p:cNvPr>
          <p:cNvSpPr/>
          <p:nvPr/>
        </p:nvSpPr>
        <p:spPr>
          <a:xfrm>
            <a:off x="4589779" y="2218623"/>
            <a:ext cx="2679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63A32"/>
                </a:solidFill>
              </a:rPr>
              <a:t>2. Clearing</a:t>
            </a:r>
            <a:endParaRPr lang="en-US" dirty="0"/>
          </a:p>
        </p:txBody>
      </p:sp>
      <p:sp>
        <p:nvSpPr>
          <p:cNvPr id="19" name="Text 25">
            <a:extLst>
              <a:ext uri="{FF2B5EF4-FFF2-40B4-BE49-F238E27FC236}">
                <a16:creationId xmlns:a16="http://schemas.microsoft.com/office/drawing/2014/main" id="{57589A43-3C71-A52F-4AE4-2E611F21CFF6}"/>
              </a:ext>
            </a:extLst>
          </p:cNvPr>
          <p:cNvSpPr/>
          <p:nvPr/>
        </p:nvSpPr>
        <p:spPr>
          <a:xfrm>
            <a:off x="4589779" y="2602671"/>
            <a:ext cx="267919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212B"/>
                </a:solidFill>
              </a:rPr>
              <a:t>Transaction details are exchanged.</a:t>
            </a:r>
            <a:endParaRPr lang="en-US" sz="1400" dirty="0"/>
          </a:p>
        </p:txBody>
      </p:sp>
      <p:sp>
        <p:nvSpPr>
          <p:cNvPr id="21" name="Shape 26">
            <a:extLst>
              <a:ext uri="{FF2B5EF4-FFF2-40B4-BE49-F238E27FC236}">
                <a16:creationId xmlns:a16="http://schemas.microsoft.com/office/drawing/2014/main" id="{57DA99C7-B17B-49B8-EFC9-481980EAFB30}"/>
              </a:ext>
            </a:extLst>
          </p:cNvPr>
          <p:cNvSpPr/>
          <p:nvPr/>
        </p:nvSpPr>
        <p:spPr>
          <a:xfrm>
            <a:off x="7973059" y="2035743"/>
            <a:ext cx="30632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blurRad="19050" dist="889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 sz="2800"/>
          </a:p>
        </p:txBody>
      </p:sp>
      <p:sp>
        <p:nvSpPr>
          <p:cNvPr id="23" name="Shape 27">
            <a:extLst>
              <a:ext uri="{FF2B5EF4-FFF2-40B4-BE49-F238E27FC236}">
                <a16:creationId xmlns:a16="http://schemas.microsoft.com/office/drawing/2014/main" id="{D3F80B24-23D9-3667-370A-D040EA7BEA0F}"/>
              </a:ext>
            </a:extLst>
          </p:cNvPr>
          <p:cNvSpPr/>
          <p:nvPr/>
        </p:nvSpPr>
        <p:spPr>
          <a:xfrm>
            <a:off x="7973059" y="2035743"/>
            <a:ext cx="73152" cy="1097280"/>
          </a:xfrm>
          <a:prstGeom prst="rect">
            <a:avLst/>
          </a:prstGeom>
          <a:solidFill>
            <a:srgbClr val="006B54"/>
          </a:solidFill>
          <a:ln w="12700">
            <a:solidFill>
              <a:srgbClr val="006B54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5" name="Text 28">
            <a:extLst>
              <a:ext uri="{FF2B5EF4-FFF2-40B4-BE49-F238E27FC236}">
                <a16:creationId xmlns:a16="http://schemas.microsoft.com/office/drawing/2014/main" id="{F779B331-F12C-EF55-6D86-A56D9BB2888D}"/>
              </a:ext>
            </a:extLst>
          </p:cNvPr>
          <p:cNvSpPr/>
          <p:nvPr/>
        </p:nvSpPr>
        <p:spPr>
          <a:xfrm>
            <a:off x="8201659" y="2218623"/>
            <a:ext cx="2679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63A32"/>
                </a:solidFill>
              </a:rPr>
              <a:t>3. Settlement</a:t>
            </a:r>
            <a:endParaRPr lang="en-US" dirty="0"/>
          </a:p>
        </p:txBody>
      </p:sp>
      <p:sp>
        <p:nvSpPr>
          <p:cNvPr id="27" name="Text 29">
            <a:extLst>
              <a:ext uri="{FF2B5EF4-FFF2-40B4-BE49-F238E27FC236}">
                <a16:creationId xmlns:a16="http://schemas.microsoft.com/office/drawing/2014/main" id="{41446E17-FBE5-91F0-7FA9-42FCFA6FF0CC}"/>
              </a:ext>
            </a:extLst>
          </p:cNvPr>
          <p:cNvSpPr/>
          <p:nvPr/>
        </p:nvSpPr>
        <p:spPr>
          <a:xfrm>
            <a:off x="8201659" y="2602671"/>
            <a:ext cx="267919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212B"/>
                </a:solidFill>
              </a:rPr>
              <a:t>Funds are transferred later.</a:t>
            </a:r>
            <a:endParaRPr lang="en-US" sz="1400" dirty="0"/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861EC2F4-3322-1A55-2DE7-39415E70F1A2}"/>
              </a:ext>
            </a:extLst>
          </p:cNvPr>
          <p:cNvSpPr txBox="1">
            <a:spLocks/>
          </p:cNvSpPr>
          <p:nvPr/>
        </p:nvSpPr>
        <p:spPr>
          <a:xfrm>
            <a:off x="730034" y="3575742"/>
            <a:ext cx="10673669" cy="300181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68" indent="-257168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t">
              <a:buFont typeface="Arial" panose="020B0604020202020204" pitchFamily="34" charset="0"/>
              <a:buNone/>
            </a:pPr>
            <a:r>
              <a:rPr lang="en-SG" sz="1600" b="1" dirty="0"/>
              <a:t>Authorisation</a:t>
            </a:r>
          </a:p>
          <a:p>
            <a:pPr fontAlgn="t">
              <a:buFont typeface="Arial" panose="020B0604020202020204" pitchFamily="34" charset="0"/>
              <a:buNone/>
            </a:pPr>
            <a:r>
              <a:rPr lang="en-SG" sz="1600" dirty="0"/>
              <a:t>The issuer decides whether the transaction may proceed.</a:t>
            </a:r>
          </a:p>
          <a:p>
            <a:pPr fontAlgn="t">
              <a:buFont typeface="Arial" panose="020B0604020202020204" pitchFamily="34" charset="0"/>
              <a:buNone/>
            </a:pPr>
            <a:endParaRPr lang="en-SG" sz="1600" dirty="0"/>
          </a:p>
          <a:p>
            <a:pPr fontAlgn="t">
              <a:buFont typeface="Arial" panose="020B0604020202020204" pitchFamily="34" charset="0"/>
              <a:buNone/>
            </a:pPr>
            <a:r>
              <a:rPr lang="en-SG" sz="1600" b="1" dirty="0"/>
              <a:t>Clearing</a:t>
            </a:r>
          </a:p>
          <a:p>
            <a:pPr fontAlgn="t">
              <a:buFont typeface="Arial" panose="020B0604020202020204" pitchFamily="34" charset="0"/>
              <a:buNone/>
            </a:pPr>
            <a:r>
              <a:rPr lang="en-SG" sz="1600" dirty="0"/>
              <a:t>Transaction information is exchanged between the relevant parties.</a:t>
            </a:r>
          </a:p>
          <a:p>
            <a:pPr fontAlgn="t">
              <a:buFont typeface="Arial" panose="020B0604020202020204" pitchFamily="34" charset="0"/>
              <a:buNone/>
            </a:pPr>
            <a:endParaRPr lang="en-SG" sz="1600" dirty="0"/>
          </a:p>
          <a:p>
            <a:pPr fontAlgn="t">
              <a:buFont typeface="Arial" panose="020B0604020202020204" pitchFamily="34" charset="0"/>
              <a:buNone/>
            </a:pPr>
            <a:r>
              <a:rPr lang="en-SG" sz="1600" b="1" dirty="0"/>
              <a:t>Settlement</a:t>
            </a:r>
          </a:p>
          <a:p>
            <a:pPr fontAlgn="t">
              <a:buFont typeface="Arial" panose="020B0604020202020204" pitchFamily="34" charset="0"/>
              <a:buNone/>
            </a:pPr>
            <a:r>
              <a:rPr lang="en-SG" sz="1600" dirty="0"/>
              <a:t>Funds are transferred between the participating institutions.</a:t>
            </a:r>
          </a:p>
          <a:p>
            <a:pPr fontAlgn="t">
              <a:buFont typeface="Arial" panose="020B0604020202020204" pitchFamily="34" charset="0"/>
              <a:buNone/>
            </a:pPr>
            <a:endParaRPr lang="en-SG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F8CDEC-3330-37A2-2C49-61FD8D81C4B5}"/>
              </a:ext>
            </a:extLst>
          </p:cNvPr>
          <p:cNvSpPr txBox="1"/>
          <p:nvPr/>
        </p:nvSpPr>
        <p:spPr>
          <a:xfrm>
            <a:off x="7408182" y="4437979"/>
            <a:ext cx="419299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600" dirty="0">
                <a:solidFill>
                  <a:srgbClr val="0070C0"/>
                </a:solidFill>
              </a:rPr>
              <a:t>When the customer sees “Payment successful,” have the funds necessarily completed final settlement?</a:t>
            </a:r>
          </a:p>
          <a:p>
            <a:pPr algn="ctr"/>
            <a:endParaRPr lang="en-SG" sz="16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88869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311B6-9174-7FE2-771F-6642A31D7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Application Revision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0958703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279712F-3AEC-E4F1-3BDB-4093A247993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0035" y="1593025"/>
            <a:ext cx="9581705" cy="3671953"/>
          </a:xfrm>
        </p:spPr>
        <p:txBody>
          <a:bodyPr/>
          <a:lstStyle/>
          <a:p>
            <a:r>
              <a:rPr lang="en-SG" sz="2000" dirty="0"/>
              <a:t>In this session, there will be some exercises for you to try out to recap on some JavaScript concepts you have learnt.</a:t>
            </a:r>
          </a:p>
          <a:p>
            <a:endParaRPr lang="en-SG" sz="2000" dirty="0"/>
          </a:p>
          <a:p>
            <a:r>
              <a:rPr lang="en-SG" sz="2000" dirty="0"/>
              <a:t>Open </a:t>
            </a:r>
            <a:r>
              <a:rPr lang="en-SG" sz="2000" dirty="0" err="1"/>
              <a:t>VSCode</a:t>
            </a:r>
            <a:r>
              <a:rPr lang="en-SG" sz="2000" dirty="0"/>
              <a:t> in your C372 workspace, you can use the same workspace that was created in lesson 1 </a:t>
            </a:r>
          </a:p>
          <a:p>
            <a:endParaRPr lang="en-SG" sz="2000" dirty="0"/>
          </a:p>
          <a:p>
            <a:r>
              <a:rPr lang="en-SG" sz="2000" dirty="0"/>
              <a:t>In </a:t>
            </a:r>
            <a:r>
              <a:rPr lang="en-SG" sz="2000" b="1" dirty="0"/>
              <a:t>Week01</a:t>
            </a:r>
            <a:r>
              <a:rPr lang="en-SG" sz="2000" dirty="0"/>
              <a:t> folder, create a folder named </a:t>
            </a:r>
            <a:r>
              <a:rPr lang="en-SG" sz="2000" b="1" dirty="0"/>
              <a:t>Revision </a:t>
            </a:r>
          </a:p>
          <a:p>
            <a:endParaRPr lang="en-SG" sz="2000" b="1" dirty="0"/>
          </a:p>
          <a:p>
            <a:r>
              <a:rPr lang="en-SG" sz="2000" dirty="0"/>
              <a:t>You will be creating the exercise files in the </a:t>
            </a:r>
            <a:r>
              <a:rPr lang="en-SG" sz="2000" b="1" dirty="0"/>
              <a:t>Revision</a:t>
            </a:r>
            <a:r>
              <a:rPr lang="en-SG" sz="2000" dirty="0"/>
              <a:t> folder.</a:t>
            </a:r>
          </a:p>
          <a:p>
            <a:endParaRPr lang="en-SG" sz="2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6E1F1E-095C-D707-4A6D-AD6DB88D35A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A169C8-6DA5-B69A-4D72-7989A4901EC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/>
              <a:t>Revision Exercises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562678-5DC2-FA82-5956-FB12A0618A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0485"/>
          <a:stretch>
            <a:fillRect/>
          </a:stretch>
        </p:blipFill>
        <p:spPr>
          <a:xfrm>
            <a:off x="8356478" y="3248152"/>
            <a:ext cx="2687574" cy="315281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1369945-ED8A-C496-4018-5E8AA6727504}"/>
              </a:ext>
            </a:extLst>
          </p:cNvPr>
          <p:cNvSpPr/>
          <p:nvPr/>
        </p:nvSpPr>
        <p:spPr>
          <a:xfrm>
            <a:off x="9227127" y="5264978"/>
            <a:ext cx="1084613" cy="51830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09321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DDF624F-C12C-2BD4-6080-0485AC8255F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en-SG" sz="1800" dirty="0"/>
              <a:t>a) In the </a:t>
            </a:r>
            <a:r>
              <a:rPr lang="en-SG" sz="1800" b="1" dirty="0"/>
              <a:t>Revision</a:t>
            </a:r>
            <a:r>
              <a:rPr lang="en-SG" sz="1800" dirty="0"/>
              <a:t> folder, create a file named </a:t>
            </a:r>
            <a:r>
              <a:rPr lang="en-SG" sz="1800" b="1" dirty="0"/>
              <a:t>ex01.js. </a:t>
            </a:r>
            <a:r>
              <a:rPr lang="en-SG" sz="1800" dirty="0"/>
              <a:t>In </a:t>
            </a:r>
            <a:r>
              <a:rPr lang="en-SG" sz="1800" b="1" dirty="0"/>
              <a:t>ex01.js</a:t>
            </a:r>
            <a:r>
              <a:rPr lang="en-SG" sz="1800" dirty="0"/>
              <a:t>, type the following code below to calculate the pet grooming fee.</a:t>
            </a:r>
          </a:p>
          <a:p>
            <a:endParaRPr lang="en-SG" sz="1800" dirty="0"/>
          </a:p>
          <a:p>
            <a:endParaRPr lang="en-SG" sz="1800" dirty="0"/>
          </a:p>
          <a:p>
            <a:endParaRPr lang="en-SG" sz="1800" dirty="0"/>
          </a:p>
          <a:p>
            <a:endParaRPr lang="en-SG" sz="1800" dirty="0"/>
          </a:p>
          <a:p>
            <a:endParaRPr lang="en-SG" sz="1800" dirty="0"/>
          </a:p>
          <a:p>
            <a:endParaRPr lang="en-SG" sz="1800" dirty="0"/>
          </a:p>
          <a:p>
            <a:endParaRPr lang="en-SG" sz="1800" dirty="0"/>
          </a:p>
          <a:p>
            <a:endParaRPr lang="en-SG" sz="1800" dirty="0"/>
          </a:p>
          <a:p>
            <a:r>
              <a:rPr lang="en-SG" sz="1800" dirty="0"/>
              <a:t>Ensure that you are in the right folder in the console(You should be in the </a:t>
            </a:r>
            <a:r>
              <a:rPr lang="en-SG" sz="1800" b="1" dirty="0"/>
              <a:t>Revision</a:t>
            </a:r>
            <a:r>
              <a:rPr lang="en-SG" sz="1800" dirty="0"/>
              <a:t> folder.)</a:t>
            </a:r>
          </a:p>
          <a:p>
            <a:r>
              <a:rPr lang="en-SG" sz="1800" dirty="0"/>
              <a:t>Run the JS file: </a:t>
            </a:r>
            <a:r>
              <a:rPr lang="en-SG" sz="1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node ex01.js</a:t>
            </a:r>
            <a:endParaRPr lang="en-SG" sz="1800" dirty="0"/>
          </a:p>
          <a:p>
            <a:r>
              <a:rPr lang="en-SG" sz="1800" dirty="0"/>
              <a:t>What is the output?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2AE496A-49D7-C129-3C5B-8AE851524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1</a:t>
            </a:r>
            <a:endParaRPr lang="en-SG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B4162EB-EA2D-92D8-0370-FDA121DB9F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8232" y="785814"/>
            <a:ext cx="477441" cy="50842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F947CBA-EA8B-84BE-BF12-124EBDB4F2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4571" y="2195696"/>
            <a:ext cx="4428078" cy="2807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8348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7D4DF-9F9E-9BA7-4B72-8692F5848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9744CB1-AFF5-78B1-D337-6428314F592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en-SG" sz="1800" dirty="0"/>
              <a:t>b) What are the datatypes of the variables?</a:t>
            </a:r>
          </a:p>
          <a:p>
            <a:endParaRPr lang="en-SG" sz="1800" dirty="0"/>
          </a:p>
          <a:p>
            <a:endParaRPr lang="en-SG" sz="1800" dirty="0"/>
          </a:p>
          <a:p>
            <a:endParaRPr lang="en-SG" sz="1800" dirty="0"/>
          </a:p>
          <a:p>
            <a:endParaRPr lang="en-SG" sz="1800" dirty="0"/>
          </a:p>
          <a:p>
            <a:endParaRPr lang="en-SG" sz="1800" dirty="0"/>
          </a:p>
          <a:p>
            <a:endParaRPr lang="en-SG" sz="1800" dirty="0"/>
          </a:p>
          <a:p>
            <a:endParaRPr lang="en-SG" sz="1800" dirty="0"/>
          </a:p>
          <a:p>
            <a:endParaRPr lang="en-SG" sz="18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C8B36BB-2AF0-EEE0-876D-1BD63C79B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1</a:t>
            </a:r>
            <a:endParaRPr lang="en-SG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65E8E1E-8DE4-58D6-6020-5E6BF801C2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8232" y="785814"/>
            <a:ext cx="477441" cy="508423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BA3D915-C294-20B2-4771-AB5D2DBB34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1894730"/>
              </p:ext>
            </p:extLst>
          </p:nvPr>
        </p:nvGraphicFramePr>
        <p:xfrm>
          <a:off x="870756" y="2480214"/>
          <a:ext cx="5225244" cy="25958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612622">
                  <a:extLst>
                    <a:ext uri="{9D8B030D-6E8A-4147-A177-3AD203B41FA5}">
                      <a16:colId xmlns:a16="http://schemas.microsoft.com/office/drawing/2014/main" val="933678589"/>
                    </a:ext>
                  </a:extLst>
                </a:gridCol>
                <a:gridCol w="2612622">
                  <a:extLst>
                    <a:ext uri="{9D8B030D-6E8A-4147-A177-3AD203B41FA5}">
                      <a16:colId xmlns:a16="http://schemas.microsoft.com/office/drawing/2014/main" val="23211227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Variable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Data Type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94222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groomingFee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Number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90591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numberofPets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Number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89714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gstRate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Number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07623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subtotal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Number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2247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gst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Number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2623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message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String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5383322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27D86388-8036-CDD0-51CA-B909E71320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0442" y="2385702"/>
            <a:ext cx="4679582" cy="2966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9201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015355-C9B1-42CF-D2FB-F317306C4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FAA2A37-9218-D34A-FD62-BD004F8E494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en-SG" sz="1800" dirty="0"/>
              <a:t>c) What is the difference between </a:t>
            </a:r>
            <a:r>
              <a:rPr lang="en-SG" sz="1800" b="1" dirty="0" err="1"/>
              <a:t>const</a:t>
            </a:r>
            <a:r>
              <a:rPr lang="en-SG" sz="1800" dirty="0"/>
              <a:t> and </a:t>
            </a:r>
            <a:r>
              <a:rPr lang="en-SG" sz="1800" b="1" dirty="0"/>
              <a:t>let</a:t>
            </a:r>
            <a:r>
              <a:rPr lang="en-SG" sz="1800" dirty="0"/>
              <a:t>?</a:t>
            </a:r>
          </a:p>
          <a:p>
            <a:endParaRPr lang="en-SG" sz="1800" dirty="0"/>
          </a:p>
          <a:p>
            <a:endParaRPr lang="en-SG" sz="1800" dirty="0"/>
          </a:p>
          <a:p>
            <a:endParaRPr lang="en-SG" sz="1800" dirty="0"/>
          </a:p>
          <a:p>
            <a:endParaRPr lang="en-SG" sz="1800" dirty="0"/>
          </a:p>
          <a:p>
            <a:endParaRPr lang="en-SG" sz="1800" dirty="0"/>
          </a:p>
          <a:p>
            <a:endParaRPr lang="en-SG" sz="1800" dirty="0"/>
          </a:p>
          <a:p>
            <a:endParaRPr lang="en-SG" sz="1800" dirty="0"/>
          </a:p>
          <a:p>
            <a:endParaRPr lang="en-SG" sz="18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A418A4E-B30B-65E6-5268-B788B60EB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1</a:t>
            </a:r>
            <a:endParaRPr lang="en-SG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47C24D2-7092-9381-C960-99E28B6D65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8232" y="785814"/>
            <a:ext cx="477441" cy="5084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C9774A7-D344-BF13-3688-90CB75E880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0442" y="2385702"/>
            <a:ext cx="4679582" cy="2966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3112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A42B57B-3E4B-9FA2-28D4-270E3ECEB05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en-SG" dirty="0"/>
              <a:t>In the </a:t>
            </a:r>
            <a:r>
              <a:rPr lang="en-SG" b="1" dirty="0"/>
              <a:t>Revision</a:t>
            </a:r>
            <a:r>
              <a:rPr lang="en-SG" dirty="0"/>
              <a:t> folder, create a file named </a:t>
            </a:r>
            <a:r>
              <a:rPr lang="en-SG" b="1" dirty="0"/>
              <a:t>ex02.js. </a:t>
            </a:r>
            <a:r>
              <a:rPr lang="en-SG" dirty="0"/>
              <a:t>In </a:t>
            </a:r>
            <a:r>
              <a:rPr lang="en-SG" b="1" dirty="0"/>
              <a:t>ex02.js</a:t>
            </a:r>
            <a:r>
              <a:rPr lang="en-SG" dirty="0"/>
              <a:t>, implement the logic shown in the table below to process a grooming fee payment status. (U</a:t>
            </a:r>
            <a:r>
              <a:rPr lang="en-US" dirty="0"/>
              <a:t>se conditional logic to decide what users see.)</a:t>
            </a:r>
          </a:p>
          <a:p>
            <a:endParaRPr lang="en-SG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4B2EB23-BF97-E41D-D621-F039EFD5F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2</a:t>
            </a:r>
            <a:endParaRPr lang="en-S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2029C6-51A9-63C6-8C3A-48D27B9BF7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8232" y="785814"/>
            <a:ext cx="477441" cy="50842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6A76228-A5AB-5C7E-0EC0-C8028DF663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275" y="4813699"/>
            <a:ext cx="6073177" cy="1483360"/>
          </a:xfrm>
          <a:prstGeom prst="rect">
            <a:avLst/>
          </a:prstGeom>
        </p:spPr>
      </p:pic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F263284E-E94F-A3DA-3051-945FF7343B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6581318"/>
              </p:ext>
            </p:extLst>
          </p:nvPr>
        </p:nvGraphicFramePr>
        <p:xfrm>
          <a:off x="849775" y="2832521"/>
          <a:ext cx="4743316" cy="14833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822967">
                  <a:extLst>
                    <a:ext uri="{9D8B030D-6E8A-4147-A177-3AD203B41FA5}">
                      <a16:colId xmlns:a16="http://schemas.microsoft.com/office/drawing/2014/main" val="4148543007"/>
                    </a:ext>
                  </a:extLst>
                </a:gridCol>
                <a:gridCol w="2920349">
                  <a:extLst>
                    <a:ext uri="{9D8B030D-6E8A-4147-A177-3AD203B41FA5}">
                      <a16:colId xmlns:a16="http://schemas.microsoft.com/office/drawing/2014/main" val="30840186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Payment Status</a:t>
                      </a:r>
                      <a:endParaRPr lang="en-SG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Display in console</a:t>
                      </a:r>
                      <a:endParaRPr lang="en-SG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7824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600" b="0" kern="1200" dirty="0">
                          <a:solidFill>
                            <a:schemeClr val="dk1"/>
                          </a:solidFill>
                          <a:effectLst/>
                        </a:rPr>
                        <a:t>APPROVED</a:t>
                      </a:r>
                      <a:endParaRPr lang="en-SG" sz="16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600" b="0" kern="1200" dirty="0">
                          <a:solidFill>
                            <a:schemeClr val="dk1"/>
                          </a:solidFill>
                          <a:effectLst/>
                        </a:rPr>
                        <a:t>Pet-care service confirmed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31040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600" b="0" kern="1200" dirty="0">
                          <a:solidFill>
                            <a:schemeClr val="dk1"/>
                          </a:solidFill>
                          <a:effectLst/>
                        </a:rPr>
                        <a:t>PENDING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600" b="0" kern="1200" dirty="0">
                          <a:solidFill>
                            <a:schemeClr val="dk1"/>
                          </a:solidFill>
                          <a:effectLst/>
                        </a:rPr>
                        <a:t>Payment is being processed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4492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DECLINED</a:t>
                      </a:r>
                      <a:endParaRPr lang="en-SG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600" b="0" kern="1200" dirty="0">
                          <a:solidFill>
                            <a:schemeClr val="dk1"/>
                          </a:solidFill>
                          <a:effectLst/>
                        </a:rPr>
                        <a:t>Payment unsuccessful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95855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73089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CF1A43F-68AC-BD8A-85C7-2479C271917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0033" y="1593023"/>
            <a:ext cx="5365967" cy="4741102"/>
          </a:xfrm>
        </p:spPr>
        <p:txBody>
          <a:bodyPr/>
          <a:lstStyle/>
          <a:p>
            <a:pPr marL="0" indent="0">
              <a:buNone/>
            </a:pPr>
            <a:r>
              <a:rPr lang="en-SG" sz="1800" dirty="0"/>
              <a:t>In the </a:t>
            </a:r>
            <a:r>
              <a:rPr lang="en-SG" sz="1800" b="1" dirty="0"/>
              <a:t>Revision</a:t>
            </a:r>
            <a:r>
              <a:rPr lang="en-SG" sz="1800" dirty="0"/>
              <a:t> folder, create a file named </a:t>
            </a:r>
            <a:r>
              <a:rPr lang="en-SG" sz="1800" b="1" dirty="0"/>
              <a:t>ex03.js.</a:t>
            </a:r>
          </a:p>
          <a:p>
            <a:pPr marL="0" indent="0">
              <a:buNone/>
            </a:pPr>
            <a:endParaRPr lang="en-SG" sz="1800" dirty="0"/>
          </a:p>
          <a:p>
            <a:pPr marL="0" indent="0">
              <a:buNone/>
            </a:pPr>
            <a:r>
              <a:rPr lang="en-SG" sz="1800" dirty="0"/>
              <a:t>Given the payments array as shown: </a:t>
            </a:r>
          </a:p>
          <a:p>
            <a:pPr marL="0" indent="0">
              <a:buNone/>
            </a:pPr>
            <a:endParaRPr lang="en-SG" sz="1800" dirty="0"/>
          </a:p>
          <a:p>
            <a:pPr marL="0" indent="0">
              <a:buNone/>
            </a:pPr>
            <a:r>
              <a:rPr lang="en-SG" sz="1800" dirty="0"/>
              <a:t>In </a:t>
            </a:r>
            <a:r>
              <a:rPr lang="en-SG" sz="1800" b="1" dirty="0"/>
              <a:t>ex03.js</a:t>
            </a:r>
            <a:r>
              <a:rPr lang="en-SG" sz="1800" dirty="0"/>
              <a:t>,</a:t>
            </a:r>
          </a:p>
          <a:p>
            <a:pPr>
              <a:buAutoNum type="alphaLcParenR"/>
            </a:pPr>
            <a:r>
              <a:rPr lang="en-SG" sz="1800" dirty="0"/>
              <a:t>Write the code to display Mochi’s payment status</a:t>
            </a:r>
          </a:p>
          <a:p>
            <a:pPr>
              <a:buAutoNum type="alphaLcParenR"/>
            </a:pPr>
            <a:r>
              <a:rPr lang="en-SG" sz="1800" dirty="0"/>
              <a:t>U</a:t>
            </a:r>
            <a:r>
              <a:rPr lang="en-US" sz="1800" dirty="0"/>
              <a:t>se a loop to display the payment details for each pet.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567038A-F57B-B315-40C8-B58F5A1E4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3</a:t>
            </a:r>
            <a:endParaRPr lang="en-S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693B02-3237-6AA6-1EFC-2A17C99839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34" y="5264977"/>
            <a:ext cx="3815040" cy="9668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4718C59-CD35-D42D-5250-3D4F7E7DD9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0123" y="1981126"/>
            <a:ext cx="5035809" cy="144787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D008A70-9BE2-1315-1622-A4A7C8941CE6}"/>
              </a:ext>
            </a:extLst>
          </p:cNvPr>
          <p:cNvSpPr txBox="1"/>
          <p:nvPr/>
        </p:nvSpPr>
        <p:spPr>
          <a:xfrm>
            <a:off x="844332" y="4736029"/>
            <a:ext cx="1656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Sample output</a:t>
            </a:r>
            <a:endParaRPr lang="en-SG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47449EA-01F6-A782-5AFF-E614D06E98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8232" y="785814"/>
            <a:ext cx="477441" cy="508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1221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AC0FB-7BEE-0A21-084E-13B2CBF4F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 err="1"/>
              <a:t>PetCareApp</a:t>
            </a:r>
            <a:r>
              <a:rPr lang="en-SG" dirty="0"/>
              <a:t> Walkthrough</a:t>
            </a:r>
          </a:p>
        </p:txBody>
      </p:sp>
    </p:spTree>
    <p:extLst>
      <p:ext uri="{BB962C8B-B14F-4D97-AF65-F5344CB8AC3E}">
        <p14:creationId xmlns:p14="http://schemas.microsoft.com/office/powerpoint/2010/main" val="21270438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D0B07DC-4A3B-A5D9-A42B-E2C82B7EC84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0033" y="1511396"/>
            <a:ext cx="10899991" cy="482272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Use the provided application and existing </a:t>
            </a:r>
            <a:r>
              <a:rPr lang="en-US" dirty="0" err="1"/>
              <a:t>db.sql</a:t>
            </a:r>
            <a:r>
              <a:rPr lang="en-US" dirty="0"/>
              <a:t>. </a:t>
            </a:r>
            <a:endParaRPr lang="en-SG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7A36A81-7A1A-E279-7E17-78049CA86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 err="1"/>
              <a:t>PetCareApp</a:t>
            </a:r>
            <a:r>
              <a:rPr lang="en-SG" dirty="0"/>
              <a:t> Walkthrough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8EFB4A8B-3BA7-2A4E-129C-FC25EC0F097D}"/>
              </a:ext>
            </a:extLst>
          </p:cNvPr>
          <p:cNvSpPr/>
          <p:nvPr/>
        </p:nvSpPr>
        <p:spPr>
          <a:xfrm>
            <a:off x="1110615" y="2106088"/>
            <a:ext cx="475488" cy="475488"/>
          </a:xfrm>
          <a:prstGeom prst="ellipse">
            <a:avLst/>
          </a:prstGeom>
          <a:solidFill>
            <a:srgbClr val="6FBE44"/>
          </a:solidFill>
          <a:ln w="12700">
            <a:solidFill>
              <a:srgbClr val="6FBE44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5C60AF8E-192D-158D-DB5E-9B694046824A}"/>
              </a:ext>
            </a:extLst>
          </p:cNvPr>
          <p:cNvSpPr/>
          <p:nvPr/>
        </p:nvSpPr>
        <p:spPr>
          <a:xfrm>
            <a:off x="1110615" y="2243248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85676522-AE19-EAFB-3567-CA02F860596A}"/>
              </a:ext>
            </a:extLst>
          </p:cNvPr>
          <p:cNvSpPr/>
          <p:nvPr/>
        </p:nvSpPr>
        <p:spPr>
          <a:xfrm>
            <a:off x="1842135" y="21335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F35"/>
                </a:solidFill>
              </a:rPr>
              <a:t>Create database</a:t>
            </a:r>
            <a:endParaRPr lang="en-US" sz="1600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48B29EE9-FC5A-912A-BF2A-A28ACF0E5BBC}"/>
              </a:ext>
            </a:extLst>
          </p:cNvPr>
          <p:cNvSpPr/>
          <p:nvPr/>
        </p:nvSpPr>
        <p:spPr>
          <a:xfrm>
            <a:off x="3350895" y="2133520"/>
            <a:ext cx="7726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</a:rPr>
              <a:t>Run db.sql and confirm users, pets and journal tables.</a:t>
            </a:r>
            <a:endParaRPr lang="en-US" sz="1400" dirty="0"/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B581872B-41E7-15BF-5CA7-1BC4CDC094EA}"/>
              </a:ext>
            </a:extLst>
          </p:cNvPr>
          <p:cNvSpPr/>
          <p:nvPr/>
        </p:nvSpPr>
        <p:spPr>
          <a:xfrm>
            <a:off x="1110615" y="2947336"/>
            <a:ext cx="475488" cy="475488"/>
          </a:xfrm>
          <a:prstGeom prst="ellipse">
            <a:avLst/>
          </a:prstGeom>
          <a:solidFill>
            <a:srgbClr val="6FBE44"/>
          </a:solidFill>
          <a:ln w="12700">
            <a:solidFill>
              <a:srgbClr val="6FBE44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E9BF7F6B-4A92-036B-BE99-0BCAB6223F8E}"/>
              </a:ext>
            </a:extLst>
          </p:cNvPr>
          <p:cNvSpPr/>
          <p:nvPr/>
        </p:nvSpPr>
        <p:spPr>
          <a:xfrm>
            <a:off x="1110615" y="3084496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6211465A-BCC5-2303-EF4E-DE77A4334086}"/>
              </a:ext>
            </a:extLst>
          </p:cNvPr>
          <p:cNvSpPr/>
          <p:nvPr/>
        </p:nvSpPr>
        <p:spPr>
          <a:xfrm>
            <a:off x="1842135" y="297476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F35"/>
                </a:solidFill>
              </a:rPr>
              <a:t>Install</a:t>
            </a:r>
            <a:endParaRPr lang="en-US" sz="1600" dirty="0"/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BD52CDA4-4178-F577-79B4-C6F6443CA7D2}"/>
              </a:ext>
            </a:extLst>
          </p:cNvPr>
          <p:cNvSpPr/>
          <p:nvPr/>
        </p:nvSpPr>
        <p:spPr>
          <a:xfrm>
            <a:off x="3350895" y="2974768"/>
            <a:ext cx="7726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</a:rPr>
              <a:t>Run npm install if dependencies are not present.</a:t>
            </a:r>
            <a:endParaRPr lang="en-US" sz="1400" dirty="0"/>
          </a:p>
        </p:txBody>
      </p:sp>
      <p:sp>
        <p:nvSpPr>
          <p:cNvPr id="21" name="Shape 10">
            <a:extLst>
              <a:ext uri="{FF2B5EF4-FFF2-40B4-BE49-F238E27FC236}">
                <a16:creationId xmlns:a16="http://schemas.microsoft.com/office/drawing/2014/main" id="{2AC14E1A-F642-34D0-2EF6-C738043D657B}"/>
              </a:ext>
            </a:extLst>
          </p:cNvPr>
          <p:cNvSpPr/>
          <p:nvPr/>
        </p:nvSpPr>
        <p:spPr>
          <a:xfrm>
            <a:off x="1110615" y="3788584"/>
            <a:ext cx="475488" cy="475488"/>
          </a:xfrm>
          <a:prstGeom prst="ellipse">
            <a:avLst/>
          </a:prstGeom>
          <a:solidFill>
            <a:srgbClr val="6FBE44"/>
          </a:solidFill>
          <a:ln w="12700">
            <a:solidFill>
              <a:srgbClr val="6FBE44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3" name="Text 11">
            <a:extLst>
              <a:ext uri="{FF2B5EF4-FFF2-40B4-BE49-F238E27FC236}">
                <a16:creationId xmlns:a16="http://schemas.microsoft.com/office/drawing/2014/main" id="{547A0953-F5C8-9881-28AB-13B47F85D4EE}"/>
              </a:ext>
            </a:extLst>
          </p:cNvPr>
          <p:cNvSpPr/>
          <p:nvPr/>
        </p:nvSpPr>
        <p:spPr>
          <a:xfrm>
            <a:off x="1110615" y="3925744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DE3766FC-37B7-5448-3218-2C0CA264B8F2}"/>
              </a:ext>
            </a:extLst>
          </p:cNvPr>
          <p:cNvSpPr/>
          <p:nvPr/>
        </p:nvSpPr>
        <p:spPr>
          <a:xfrm>
            <a:off x="1842135" y="381601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F35"/>
                </a:solidFill>
              </a:rPr>
              <a:t>Start</a:t>
            </a:r>
            <a:endParaRPr lang="en-US" sz="1600" dirty="0"/>
          </a:p>
        </p:txBody>
      </p:sp>
      <p:sp>
        <p:nvSpPr>
          <p:cNvPr id="27" name="Text 13">
            <a:extLst>
              <a:ext uri="{FF2B5EF4-FFF2-40B4-BE49-F238E27FC236}">
                <a16:creationId xmlns:a16="http://schemas.microsoft.com/office/drawing/2014/main" id="{54325963-AC0B-253F-58F4-8B3A20E07E88}"/>
              </a:ext>
            </a:extLst>
          </p:cNvPr>
          <p:cNvSpPr/>
          <p:nvPr/>
        </p:nvSpPr>
        <p:spPr>
          <a:xfrm>
            <a:off x="3350895" y="3816016"/>
            <a:ext cx="7726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</a:rPr>
              <a:t>Run the application and open it in the browser.</a:t>
            </a:r>
            <a:endParaRPr lang="en-US" sz="1400" dirty="0"/>
          </a:p>
        </p:txBody>
      </p:sp>
      <p:sp>
        <p:nvSpPr>
          <p:cNvPr id="29" name="Shape 14">
            <a:extLst>
              <a:ext uri="{FF2B5EF4-FFF2-40B4-BE49-F238E27FC236}">
                <a16:creationId xmlns:a16="http://schemas.microsoft.com/office/drawing/2014/main" id="{D4821399-963B-F014-2C15-794894EB44DF}"/>
              </a:ext>
            </a:extLst>
          </p:cNvPr>
          <p:cNvSpPr/>
          <p:nvPr/>
        </p:nvSpPr>
        <p:spPr>
          <a:xfrm>
            <a:off x="1110615" y="4629832"/>
            <a:ext cx="475488" cy="475488"/>
          </a:xfrm>
          <a:prstGeom prst="ellipse">
            <a:avLst/>
          </a:prstGeom>
          <a:solidFill>
            <a:srgbClr val="007A5E"/>
          </a:solidFill>
          <a:ln w="12700">
            <a:solidFill>
              <a:srgbClr val="007A5E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1" name="Text 15">
            <a:extLst>
              <a:ext uri="{FF2B5EF4-FFF2-40B4-BE49-F238E27FC236}">
                <a16:creationId xmlns:a16="http://schemas.microsoft.com/office/drawing/2014/main" id="{B2DA41F7-30EE-4FCA-CE08-835F115D67D4}"/>
              </a:ext>
            </a:extLst>
          </p:cNvPr>
          <p:cNvSpPr/>
          <p:nvPr/>
        </p:nvSpPr>
        <p:spPr>
          <a:xfrm>
            <a:off x="1110615" y="476699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33" name="Text 16">
            <a:extLst>
              <a:ext uri="{FF2B5EF4-FFF2-40B4-BE49-F238E27FC236}">
                <a16:creationId xmlns:a16="http://schemas.microsoft.com/office/drawing/2014/main" id="{8885F733-D163-8DA4-26B2-0140B7C3C654}"/>
              </a:ext>
            </a:extLst>
          </p:cNvPr>
          <p:cNvSpPr/>
          <p:nvPr/>
        </p:nvSpPr>
        <p:spPr>
          <a:xfrm>
            <a:off x="1842135" y="465726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F35"/>
                </a:solidFill>
              </a:rPr>
              <a:t>Test</a:t>
            </a:r>
            <a:endParaRPr lang="en-US" sz="1600" dirty="0"/>
          </a:p>
        </p:txBody>
      </p:sp>
      <p:sp>
        <p:nvSpPr>
          <p:cNvPr id="35" name="Text 17">
            <a:extLst>
              <a:ext uri="{FF2B5EF4-FFF2-40B4-BE49-F238E27FC236}">
                <a16:creationId xmlns:a16="http://schemas.microsoft.com/office/drawing/2014/main" id="{2ABD260D-9E60-41D1-52DF-E5E917D2EE83}"/>
              </a:ext>
            </a:extLst>
          </p:cNvPr>
          <p:cNvSpPr/>
          <p:nvPr/>
        </p:nvSpPr>
        <p:spPr>
          <a:xfrm>
            <a:off x="3350895" y="4657264"/>
            <a:ext cx="7726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</a:rPr>
              <a:t>Log in and test pet and journal functions.</a:t>
            </a:r>
            <a:endParaRPr lang="en-US" sz="1400" dirty="0"/>
          </a:p>
        </p:txBody>
      </p:sp>
      <p:sp>
        <p:nvSpPr>
          <p:cNvPr id="37" name="Shape 18">
            <a:extLst>
              <a:ext uri="{FF2B5EF4-FFF2-40B4-BE49-F238E27FC236}">
                <a16:creationId xmlns:a16="http://schemas.microsoft.com/office/drawing/2014/main" id="{59CE5A1A-E3B4-1E65-AE7D-243305F3226B}"/>
              </a:ext>
            </a:extLst>
          </p:cNvPr>
          <p:cNvSpPr/>
          <p:nvPr/>
        </p:nvSpPr>
        <p:spPr>
          <a:xfrm>
            <a:off x="1110615" y="5471080"/>
            <a:ext cx="475488" cy="475488"/>
          </a:xfrm>
          <a:prstGeom prst="ellipse">
            <a:avLst/>
          </a:prstGeom>
          <a:solidFill>
            <a:srgbClr val="007A5E"/>
          </a:solidFill>
          <a:ln w="12700">
            <a:solidFill>
              <a:srgbClr val="007A5E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9" name="Text 19">
            <a:extLst>
              <a:ext uri="{FF2B5EF4-FFF2-40B4-BE49-F238E27FC236}">
                <a16:creationId xmlns:a16="http://schemas.microsoft.com/office/drawing/2014/main" id="{68CEC134-C321-F789-28DA-BF9D342FACF1}"/>
              </a:ext>
            </a:extLst>
          </p:cNvPr>
          <p:cNvSpPr/>
          <p:nvPr/>
        </p:nvSpPr>
        <p:spPr>
          <a:xfrm>
            <a:off x="1110615" y="5608240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41" name="Text 20">
            <a:extLst>
              <a:ext uri="{FF2B5EF4-FFF2-40B4-BE49-F238E27FC236}">
                <a16:creationId xmlns:a16="http://schemas.microsoft.com/office/drawing/2014/main" id="{E96CA70B-8C7E-B605-C314-93E46A6CF100}"/>
              </a:ext>
            </a:extLst>
          </p:cNvPr>
          <p:cNvSpPr/>
          <p:nvPr/>
        </p:nvSpPr>
        <p:spPr>
          <a:xfrm>
            <a:off x="1842135" y="549851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F35"/>
                </a:solidFill>
              </a:rPr>
              <a:t>Inspect</a:t>
            </a:r>
            <a:endParaRPr lang="en-US" sz="1600" dirty="0"/>
          </a:p>
        </p:txBody>
      </p:sp>
      <p:sp>
        <p:nvSpPr>
          <p:cNvPr id="43" name="Text 21">
            <a:extLst>
              <a:ext uri="{FF2B5EF4-FFF2-40B4-BE49-F238E27FC236}">
                <a16:creationId xmlns:a16="http://schemas.microsoft.com/office/drawing/2014/main" id="{C9896110-D132-6C8D-EB95-57EF618D5984}"/>
              </a:ext>
            </a:extLst>
          </p:cNvPr>
          <p:cNvSpPr/>
          <p:nvPr/>
        </p:nvSpPr>
        <p:spPr>
          <a:xfrm>
            <a:off x="3350895" y="5498512"/>
            <a:ext cx="7726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</a:rPr>
              <a:t>Locate each tested function inside app.js and views/.</a:t>
            </a:r>
            <a:endParaRPr lang="en-US" sz="1400" dirty="0"/>
          </a:p>
        </p:txBody>
      </p:sp>
      <p:sp>
        <p:nvSpPr>
          <p:cNvPr id="47" name="Text 23">
            <a:extLst>
              <a:ext uri="{FF2B5EF4-FFF2-40B4-BE49-F238E27FC236}">
                <a16:creationId xmlns:a16="http://schemas.microsoft.com/office/drawing/2014/main" id="{9B6A3A54-DF2C-6C93-BEC8-1B8522D1440F}"/>
              </a:ext>
            </a:extLst>
          </p:cNvPr>
          <p:cNvSpPr/>
          <p:nvPr/>
        </p:nvSpPr>
        <p:spPr>
          <a:xfrm>
            <a:off x="4978527" y="6495208"/>
            <a:ext cx="2779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Guided practical</a:t>
            </a:r>
            <a:endParaRPr lang="en-US" sz="1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0537E5-6B09-C7DB-FEDF-73320FD5A218}"/>
              </a:ext>
            </a:extLst>
          </p:cNvPr>
          <p:cNvSpPr txBox="1"/>
          <p:nvPr/>
        </p:nvSpPr>
        <p:spPr>
          <a:xfrm>
            <a:off x="7595165" y="4019127"/>
            <a:ext cx="431108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70C0"/>
                </a:solidFill>
              </a:rPr>
              <a:t>You should have set up </a:t>
            </a:r>
            <a:r>
              <a:rPr lang="en-US" sz="1400" dirty="0" err="1">
                <a:solidFill>
                  <a:srgbClr val="0070C0"/>
                </a:solidFill>
              </a:rPr>
              <a:t>PetCareApp</a:t>
            </a:r>
            <a:r>
              <a:rPr lang="en-US" sz="1400" dirty="0">
                <a:solidFill>
                  <a:srgbClr val="0070C0"/>
                </a:solidFill>
              </a:rPr>
              <a:t> in lesson 01. If you have not yet done so, please refer to lesson 01 </a:t>
            </a:r>
            <a:r>
              <a:rPr lang="en-US" sz="1400" b="1" i="1" dirty="0">
                <a:solidFill>
                  <a:srgbClr val="0070C0"/>
                </a:solidFill>
              </a:rPr>
              <a:t>C372_W01_L01_Installation_Setup.pptx </a:t>
            </a:r>
          </a:p>
          <a:p>
            <a:endParaRPr lang="en-SG" sz="1400" dirty="0">
              <a:solidFill>
                <a:srgbClr val="0070C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2BA4E5-D732-6ABF-2FD0-0DDBAA9DB1A9}"/>
              </a:ext>
            </a:extLst>
          </p:cNvPr>
          <p:cNvSpPr/>
          <p:nvPr/>
        </p:nvSpPr>
        <p:spPr>
          <a:xfrm>
            <a:off x="893618" y="5309755"/>
            <a:ext cx="6785264" cy="7624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14" name="Picture 13" descr="molly.jpg">
            <a:extLst>
              <a:ext uri="{FF2B5EF4-FFF2-40B4-BE49-F238E27FC236}">
                <a16:creationId xmlns:a16="http://schemas.microsoft.com/office/drawing/2014/main" id="{23AAE7D6-8B90-AB7E-8D6A-FD5F8F774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8224" y="887729"/>
            <a:ext cx="2131641" cy="2131641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0395068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CEA4ADA-2BB7-D0DA-BB7B-2A588114121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>
                <a:solidFill>
                  <a:srgbClr val="666666"/>
                </a:solidFill>
              </a:rPr>
              <a:t>C237 used a simple structure </a:t>
            </a:r>
            <a:endParaRPr lang="en-US" dirty="0"/>
          </a:p>
          <a:p>
            <a:endParaRPr lang="en-SG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4D4541E-A74E-4A36-CC73-2ABB93276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 err="1"/>
              <a:t>PetCareApp</a:t>
            </a:r>
            <a:r>
              <a:rPr lang="en-SG" dirty="0"/>
              <a:t> Structure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A36ADAF2-569F-86AA-E267-D25A083CFF95}"/>
              </a:ext>
            </a:extLst>
          </p:cNvPr>
          <p:cNvSpPr/>
          <p:nvPr/>
        </p:nvSpPr>
        <p:spPr>
          <a:xfrm>
            <a:off x="809207" y="2265045"/>
            <a:ext cx="3246120" cy="3246120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2700">
            <a:solidFill>
              <a:srgbClr val="D8DED8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B5514DA3-15CC-ADD2-A05F-14A0D3543D1C}"/>
              </a:ext>
            </a:extLst>
          </p:cNvPr>
          <p:cNvSpPr/>
          <p:nvPr/>
        </p:nvSpPr>
        <p:spPr>
          <a:xfrm>
            <a:off x="809207" y="2265045"/>
            <a:ext cx="82296" cy="3246120"/>
          </a:xfrm>
          <a:prstGeom prst="rect">
            <a:avLst/>
          </a:prstGeom>
          <a:solidFill>
            <a:srgbClr val="6FBE44"/>
          </a:solidFill>
          <a:ln w="12700">
            <a:solidFill>
              <a:srgbClr val="6FBE44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CE2B63EC-C372-566F-0344-368FAFE4674D}"/>
              </a:ext>
            </a:extLst>
          </p:cNvPr>
          <p:cNvSpPr/>
          <p:nvPr/>
        </p:nvSpPr>
        <p:spPr>
          <a:xfrm>
            <a:off x="1037807" y="2420493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F35"/>
                </a:solidFill>
              </a:rPr>
              <a:t>app.js</a:t>
            </a:r>
            <a:endParaRPr lang="en-US" sz="1500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250C9CB4-8575-B8DA-B66E-E3A99C9D7D8C}"/>
              </a:ext>
            </a:extLst>
          </p:cNvPr>
          <p:cNvSpPr/>
          <p:nvPr/>
        </p:nvSpPr>
        <p:spPr>
          <a:xfrm>
            <a:off x="1037807" y="2831973"/>
            <a:ext cx="2862072" cy="2542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</a:rPr>
              <a:t>Express setup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</a:rPr>
              <a:t>Route handlers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</a:rPr>
              <a:t>SQL queries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</a:rPr>
              <a:t>Request processing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</a:rPr>
              <a:t>Rendering EJS pages</a:t>
            </a:r>
            <a:endParaRPr lang="en-US" sz="1200" dirty="0"/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5FE30251-4DF7-DF0C-606B-EABDF9A19655}"/>
              </a:ext>
            </a:extLst>
          </p:cNvPr>
          <p:cNvSpPr/>
          <p:nvPr/>
        </p:nvSpPr>
        <p:spPr>
          <a:xfrm>
            <a:off x="4512527" y="2265045"/>
            <a:ext cx="3246120" cy="3246120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2700">
            <a:solidFill>
              <a:srgbClr val="D8DED8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5" name="Shape 7">
            <a:extLst>
              <a:ext uri="{FF2B5EF4-FFF2-40B4-BE49-F238E27FC236}">
                <a16:creationId xmlns:a16="http://schemas.microsoft.com/office/drawing/2014/main" id="{425D3282-EE2A-FB0F-DA45-6867E2F63011}"/>
              </a:ext>
            </a:extLst>
          </p:cNvPr>
          <p:cNvSpPr/>
          <p:nvPr/>
        </p:nvSpPr>
        <p:spPr>
          <a:xfrm>
            <a:off x="4512527" y="2265045"/>
            <a:ext cx="82296" cy="3246120"/>
          </a:xfrm>
          <a:prstGeom prst="rect">
            <a:avLst/>
          </a:prstGeom>
          <a:solidFill>
            <a:srgbClr val="007A5E"/>
          </a:solidFill>
          <a:ln w="12700">
            <a:solidFill>
              <a:srgbClr val="007A5E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6FDDA028-00C9-AA7E-5B1A-5E0E16269731}"/>
              </a:ext>
            </a:extLst>
          </p:cNvPr>
          <p:cNvSpPr/>
          <p:nvPr/>
        </p:nvSpPr>
        <p:spPr>
          <a:xfrm>
            <a:off x="4741127" y="2420493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F35"/>
                </a:solidFill>
              </a:rPr>
              <a:t>views/</a:t>
            </a:r>
            <a:endParaRPr lang="en-US" sz="1500" dirty="0"/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BDD4B497-D211-C205-2161-25887B756AA1}"/>
              </a:ext>
            </a:extLst>
          </p:cNvPr>
          <p:cNvSpPr/>
          <p:nvPr/>
        </p:nvSpPr>
        <p:spPr>
          <a:xfrm>
            <a:off x="4741127" y="2831973"/>
            <a:ext cx="2862072" cy="2542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</a:rPr>
              <a:t>Login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</a:rPr>
              <a:t>Admin dashboard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</a:rPr>
              <a:t>Users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</a:rPr>
              <a:t>Pets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</a:rPr>
              <a:t>Journals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</a:rPr>
              <a:t>EJS partials</a:t>
            </a:r>
            <a:endParaRPr lang="en-US" sz="1200" dirty="0"/>
          </a:p>
        </p:txBody>
      </p:sp>
      <p:sp>
        <p:nvSpPr>
          <p:cNvPr id="23" name="Shape 11">
            <a:extLst>
              <a:ext uri="{FF2B5EF4-FFF2-40B4-BE49-F238E27FC236}">
                <a16:creationId xmlns:a16="http://schemas.microsoft.com/office/drawing/2014/main" id="{2CD9CFEF-D844-7730-A692-7671505285C7}"/>
              </a:ext>
            </a:extLst>
          </p:cNvPr>
          <p:cNvSpPr/>
          <p:nvPr/>
        </p:nvSpPr>
        <p:spPr>
          <a:xfrm>
            <a:off x="8215847" y="2265045"/>
            <a:ext cx="82296" cy="32461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F00DD7CC-F44C-76C2-EEE0-4B516D008249}"/>
              </a:ext>
            </a:extLst>
          </p:cNvPr>
          <p:cNvSpPr/>
          <p:nvPr/>
        </p:nvSpPr>
        <p:spPr>
          <a:xfrm>
            <a:off x="8444447" y="2420493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F35"/>
                </a:solidFill>
              </a:rPr>
              <a:t>public/</a:t>
            </a:r>
            <a:endParaRPr lang="en-US" sz="1500" dirty="0"/>
          </a:p>
        </p:txBody>
      </p:sp>
      <p:sp>
        <p:nvSpPr>
          <p:cNvPr id="27" name="Text 13">
            <a:extLst>
              <a:ext uri="{FF2B5EF4-FFF2-40B4-BE49-F238E27FC236}">
                <a16:creationId xmlns:a16="http://schemas.microsoft.com/office/drawing/2014/main" id="{779D6A17-FB53-D94D-4EA8-EC23F40C0290}"/>
              </a:ext>
            </a:extLst>
          </p:cNvPr>
          <p:cNvSpPr/>
          <p:nvPr/>
        </p:nvSpPr>
        <p:spPr>
          <a:xfrm>
            <a:off x="8444447" y="2831973"/>
            <a:ext cx="2862072" cy="2542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</a:rPr>
              <a:t>Images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</a:rPr>
              <a:t>CSS stylesheets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</a:rPr>
              <a:t>Client-side JavaScript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</a:rPr>
              <a:t>Static assets used by web pages</a:t>
            </a:r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29" name="Text 14">
            <a:extLst>
              <a:ext uri="{FF2B5EF4-FFF2-40B4-BE49-F238E27FC236}">
                <a16:creationId xmlns:a16="http://schemas.microsoft.com/office/drawing/2014/main" id="{8F90DA61-6F96-6DA4-DB40-40D4B56601EB}"/>
              </a:ext>
            </a:extLst>
          </p:cNvPr>
          <p:cNvSpPr/>
          <p:nvPr/>
        </p:nvSpPr>
        <p:spPr>
          <a:xfrm>
            <a:off x="1129247" y="5968365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3F35"/>
                </a:solidFill>
              </a:rPr>
              <a:t>Browser  →  app.js  →  MySQL  →  EJS response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7171326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2FFFE7C-39E8-2E5E-3ED8-48351FE95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 err="1"/>
              <a:t>PetCareApp</a:t>
            </a:r>
            <a:r>
              <a:rPr lang="en-SG" dirty="0"/>
              <a:t> data</a:t>
            </a:r>
          </a:p>
        </p:txBody>
      </p:sp>
      <p:sp>
        <p:nvSpPr>
          <p:cNvPr id="25" name="Shape 2">
            <a:extLst>
              <a:ext uri="{FF2B5EF4-FFF2-40B4-BE49-F238E27FC236}">
                <a16:creationId xmlns:a16="http://schemas.microsoft.com/office/drawing/2014/main" id="{9E5C9369-30F9-D6A3-EE39-1A400EE82232}"/>
              </a:ext>
            </a:extLst>
          </p:cNvPr>
          <p:cNvSpPr/>
          <p:nvPr/>
        </p:nvSpPr>
        <p:spPr>
          <a:xfrm>
            <a:off x="742188" y="1808018"/>
            <a:ext cx="3383280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D8DED8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27" name="Shape 3">
            <a:extLst>
              <a:ext uri="{FF2B5EF4-FFF2-40B4-BE49-F238E27FC236}">
                <a16:creationId xmlns:a16="http://schemas.microsoft.com/office/drawing/2014/main" id="{6302EE74-5F10-3156-0E43-429827383E91}"/>
              </a:ext>
            </a:extLst>
          </p:cNvPr>
          <p:cNvSpPr/>
          <p:nvPr/>
        </p:nvSpPr>
        <p:spPr>
          <a:xfrm>
            <a:off x="742188" y="1808018"/>
            <a:ext cx="82296" cy="1874520"/>
          </a:xfrm>
          <a:prstGeom prst="rect">
            <a:avLst/>
          </a:prstGeom>
          <a:solidFill>
            <a:srgbClr val="6FBE44"/>
          </a:solidFill>
          <a:ln w="12700">
            <a:solidFill>
              <a:srgbClr val="6FBE44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9" name="Text 4">
            <a:extLst>
              <a:ext uri="{FF2B5EF4-FFF2-40B4-BE49-F238E27FC236}">
                <a16:creationId xmlns:a16="http://schemas.microsoft.com/office/drawing/2014/main" id="{C91C0113-07B0-369E-77FF-17762A32BBC0}"/>
              </a:ext>
            </a:extLst>
          </p:cNvPr>
          <p:cNvSpPr/>
          <p:nvPr/>
        </p:nvSpPr>
        <p:spPr>
          <a:xfrm>
            <a:off x="970788" y="196346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F35"/>
                </a:solidFill>
              </a:rPr>
              <a:t>users</a:t>
            </a:r>
            <a:endParaRPr lang="en-US" sz="1500" dirty="0"/>
          </a:p>
        </p:txBody>
      </p:sp>
      <p:sp>
        <p:nvSpPr>
          <p:cNvPr id="31" name="Text 5">
            <a:extLst>
              <a:ext uri="{FF2B5EF4-FFF2-40B4-BE49-F238E27FC236}">
                <a16:creationId xmlns:a16="http://schemas.microsoft.com/office/drawing/2014/main" id="{3085C89A-0B22-B0EC-683F-D680E56C3183}"/>
              </a:ext>
            </a:extLst>
          </p:cNvPr>
          <p:cNvSpPr/>
          <p:nvPr/>
        </p:nvSpPr>
        <p:spPr>
          <a:xfrm>
            <a:off x="970788" y="2374946"/>
            <a:ext cx="2999232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</a:rPr>
              <a:t>Login credentials, name, role and account creation date</a:t>
            </a:r>
            <a:endParaRPr lang="en-US" sz="1200" dirty="0"/>
          </a:p>
        </p:txBody>
      </p:sp>
      <p:sp>
        <p:nvSpPr>
          <p:cNvPr id="33" name="Shape 6">
            <a:extLst>
              <a:ext uri="{FF2B5EF4-FFF2-40B4-BE49-F238E27FC236}">
                <a16:creationId xmlns:a16="http://schemas.microsoft.com/office/drawing/2014/main" id="{A86CC9E4-A66B-64BD-E586-54962CC2DF46}"/>
              </a:ext>
            </a:extLst>
          </p:cNvPr>
          <p:cNvSpPr/>
          <p:nvPr/>
        </p:nvSpPr>
        <p:spPr>
          <a:xfrm>
            <a:off x="4536948" y="1808018"/>
            <a:ext cx="3383280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D8DED8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35" name="Shape 7">
            <a:extLst>
              <a:ext uri="{FF2B5EF4-FFF2-40B4-BE49-F238E27FC236}">
                <a16:creationId xmlns:a16="http://schemas.microsoft.com/office/drawing/2014/main" id="{968D12CB-7E47-62C2-44DF-CECCABA59A77}"/>
              </a:ext>
            </a:extLst>
          </p:cNvPr>
          <p:cNvSpPr/>
          <p:nvPr/>
        </p:nvSpPr>
        <p:spPr>
          <a:xfrm>
            <a:off x="4536948" y="1808018"/>
            <a:ext cx="82296" cy="1874520"/>
          </a:xfrm>
          <a:prstGeom prst="rect">
            <a:avLst/>
          </a:prstGeom>
          <a:solidFill>
            <a:srgbClr val="007A5E"/>
          </a:solidFill>
          <a:ln w="12700">
            <a:solidFill>
              <a:srgbClr val="007A5E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7" name="Text 8">
            <a:extLst>
              <a:ext uri="{FF2B5EF4-FFF2-40B4-BE49-F238E27FC236}">
                <a16:creationId xmlns:a16="http://schemas.microsoft.com/office/drawing/2014/main" id="{41FBFB89-B471-198D-4A0D-B188D3D3340C}"/>
              </a:ext>
            </a:extLst>
          </p:cNvPr>
          <p:cNvSpPr/>
          <p:nvPr/>
        </p:nvSpPr>
        <p:spPr>
          <a:xfrm>
            <a:off x="4765548" y="196346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F35"/>
                </a:solidFill>
              </a:rPr>
              <a:t>pets</a:t>
            </a:r>
            <a:endParaRPr lang="en-US" sz="1500" dirty="0"/>
          </a:p>
        </p:txBody>
      </p:sp>
      <p:sp>
        <p:nvSpPr>
          <p:cNvPr id="39" name="Text 9">
            <a:extLst>
              <a:ext uri="{FF2B5EF4-FFF2-40B4-BE49-F238E27FC236}">
                <a16:creationId xmlns:a16="http://schemas.microsoft.com/office/drawing/2014/main" id="{82B546B4-1105-FC0D-FF82-B4D2DC2A86C4}"/>
              </a:ext>
            </a:extLst>
          </p:cNvPr>
          <p:cNvSpPr/>
          <p:nvPr/>
        </p:nvSpPr>
        <p:spPr>
          <a:xfrm>
            <a:off x="4765548" y="2374946"/>
            <a:ext cx="2999232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</a:rPr>
              <a:t>Owner, name, species, breed, age and image</a:t>
            </a:r>
            <a:endParaRPr lang="en-US" sz="1200" dirty="0"/>
          </a:p>
        </p:txBody>
      </p:sp>
      <p:sp>
        <p:nvSpPr>
          <p:cNvPr id="41" name="Shape 10">
            <a:extLst>
              <a:ext uri="{FF2B5EF4-FFF2-40B4-BE49-F238E27FC236}">
                <a16:creationId xmlns:a16="http://schemas.microsoft.com/office/drawing/2014/main" id="{59BE6EB9-4C0B-F93B-3794-86620B92BC16}"/>
              </a:ext>
            </a:extLst>
          </p:cNvPr>
          <p:cNvSpPr/>
          <p:nvPr/>
        </p:nvSpPr>
        <p:spPr>
          <a:xfrm>
            <a:off x="8331708" y="1808018"/>
            <a:ext cx="3383280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D8DED8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43" name="Shape 11">
            <a:extLst>
              <a:ext uri="{FF2B5EF4-FFF2-40B4-BE49-F238E27FC236}">
                <a16:creationId xmlns:a16="http://schemas.microsoft.com/office/drawing/2014/main" id="{B65B8ACC-C199-7445-88A7-03514CA017EF}"/>
              </a:ext>
            </a:extLst>
          </p:cNvPr>
          <p:cNvSpPr/>
          <p:nvPr/>
        </p:nvSpPr>
        <p:spPr>
          <a:xfrm>
            <a:off x="8331708" y="1808018"/>
            <a:ext cx="82296" cy="18745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5" name="Text 12">
            <a:extLst>
              <a:ext uri="{FF2B5EF4-FFF2-40B4-BE49-F238E27FC236}">
                <a16:creationId xmlns:a16="http://schemas.microsoft.com/office/drawing/2014/main" id="{02855CE4-973C-ACAD-C726-5400152EF25E}"/>
              </a:ext>
            </a:extLst>
          </p:cNvPr>
          <p:cNvSpPr/>
          <p:nvPr/>
        </p:nvSpPr>
        <p:spPr>
          <a:xfrm>
            <a:off x="8560308" y="196346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F35"/>
                </a:solidFill>
              </a:rPr>
              <a:t>journal</a:t>
            </a:r>
            <a:endParaRPr lang="en-US" sz="1500" dirty="0"/>
          </a:p>
        </p:txBody>
      </p:sp>
      <p:sp>
        <p:nvSpPr>
          <p:cNvPr id="47" name="Text 13">
            <a:extLst>
              <a:ext uri="{FF2B5EF4-FFF2-40B4-BE49-F238E27FC236}">
                <a16:creationId xmlns:a16="http://schemas.microsoft.com/office/drawing/2014/main" id="{9CAB940C-35F3-3A11-1EAC-5470120D3375}"/>
              </a:ext>
            </a:extLst>
          </p:cNvPr>
          <p:cNvSpPr/>
          <p:nvPr/>
        </p:nvSpPr>
        <p:spPr>
          <a:xfrm>
            <a:off x="8560308" y="2374946"/>
            <a:ext cx="2999232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</a:rPr>
              <a:t>Pet activity, notes, entry date and creation date</a:t>
            </a:r>
            <a:endParaRPr lang="en-US" sz="1200" dirty="0"/>
          </a:p>
        </p:txBody>
      </p:sp>
      <p:sp>
        <p:nvSpPr>
          <p:cNvPr id="49" name="Shape 14">
            <a:extLst>
              <a:ext uri="{FF2B5EF4-FFF2-40B4-BE49-F238E27FC236}">
                <a16:creationId xmlns:a16="http://schemas.microsoft.com/office/drawing/2014/main" id="{7AC15582-2FBE-8C3A-0D93-AA1BAD18060F}"/>
              </a:ext>
            </a:extLst>
          </p:cNvPr>
          <p:cNvSpPr/>
          <p:nvPr/>
        </p:nvSpPr>
        <p:spPr>
          <a:xfrm>
            <a:off x="678180" y="4322618"/>
            <a:ext cx="3477768" cy="822960"/>
          </a:xfrm>
          <a:prstGeom prst="roundRect">
            <a:avLst>
              <a:gd name="adj" fmla="val 4444"/>
            </a:avLst>
          </a:prstGeom>
          <a:solidFill>
            <a:srgbClr val="F1F7F4"/>
          </a:solidFill>
          <a:ln w="12700">
            <a:solidFill>
              <a:srgbClr val="9DBBAF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1" name="Text 15">
            <a:extLst>
              <a:ext uri="{FF2B5EF4-FFF2-40B4-BE49-F238E27FC236}">
                <a16:creationId xmlns:a16="http://schemas.microsoft.com/office/drawing/2014/main" id="{61BC1A1B-0870-D6B3-0E1F-A3C1A5E3A09E}"/>
              </a:ext>
            </a:extLst>
          </p:cNvPr>
          <p:cNvSpPr/>
          <p:nvPr/>
        </p:nvSpPr>
        <p:spPr>
          <a:xfrm>
            <a:off x="751332" y="4551218"/>
            <a:ext cx="3331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F35"/>
                </a:solidFill>
              </a:rPr>
              <a:t>User</a:t>
            </a:r>
            <a:endParaRPr lang="en-US" sz="1200" dirty="0"/>
          </a:p>
        </p:txBody>
      </p:sp>
      <p:sp>
        <p:nvSpPr>
          <p:cNvPr id="53" name="Text 16">
            <a:extLst>
              <a:ext uri="{FF2B5EF4-FFF2-40B4-BE49-F238E27FC236}">
                <a16:creationId xmlns:a16="http://schemas.microsoft.com/office/drawing/2014/main" id="{5B468EBB-6262-2838-CAF5-19632BB28C0A}"/>
              </a:ext>
            </a:extLst>
          </p:cNvPr>
          <p:cNvSpPr/>
          <p:nvPr/>
        </p:nvSpPr>
        <p:spPr>
          <a:xfrm>
            <a:off x="4155948" y="4569506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A623"/>
                </a:solidFill>
              </a:rPr>
              <a:t>→</a:t>
            </a:r>
            <a:endParaRPr lang="en-US" sz="1600" dirty="0"/>
          </a:p>
        </p:txBody>
      </p:sp>
      <p:sp>
        <p:nvSpPr>
          <p:cNvPr id="55" name="Shape 17">
            <a:extLst>
              <a:ext uri="{FF2B5EF4-FFF2-40B4-BE49-F238E27FC236}">
                <a16:creationId xmlns:a16="http://schemas.microsoft.com/office/drawing/2014/main" id="{A0DB4061-2FAF-2B9E-B0EB-27F895BBD5DB}"/>
              </a:ext>
            </a:extLst>
          </p:cNvPr>
          <p:cNvSpPr/>
          <p:nvPr/>
        </p:nvSpPr>
        <p:spPr>
          <a:xfrm>
            <a:off x="4357116" y="4322618"/>
            <a:ext cx="3477768" cy="822960"/>
          </a:xfrm>
          <a:prstGeom prst="roundRect">
            <a:avLst>
              <a:gd name="adj" fmla="val 4444"/>
            </a:avLst>
          </a:prstGeom>
          <a:solidFill>
            <a:srgbClr val="EAF5E3"/>
          </a:solidFill>
          <a:ln w="12700">
            <a:solidFill>
              <a:srgbClr val="6FBE44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7" name="Text 18">
            <a:extLst>
              <a:ext uri="{FF2B5EF4-FFF2-40B4-BE49-F238E27FC236}">
                <a16:creationId xmlns:a16="http://schemas.microsoft.com/office/drawing/2014/main" id="{81F8CE87-8DD3-6219-D347-A9320D3907CC}"/>
              </a:ext>
            </a:extLst>
          </p:cNvPr>
          <p:cNvSpPr/>
          <p:nvPr/>
        </p:nvSpPr>
        <p:spPr>
          <a:xfrm>
            <a:off x="4430268" y="4551218"/>
            <a:ext cx="3331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F35"/>
                </a:solidFill>
              </a:rPr>
              <a:t>Pet</a:t>
            </a:r>
            <a:endParaRPr lang="en-US" sz="1200" dirty="0"/>
          </a:p>
        </p:txBody>
      </p:sp>
      <p:sp>
        <p:nvSpPr>
          <p:cNvPr id="59" name="Text 19">
            <a:extLst>
              <a:ext uri="{FF2B5EF4-FFF2-40B4-BE49-F238E27FC236}">
                <a16:creationId xmlns:a16="http://schemas.microsoft.com/office/drawing/2014/main" id="{872AC082-A60D-5770-5977-497635BD4BB0}"/>
              </a:ext>
            </a:extLst>
          </p:cNvPr>
          <p:cNvSpPr/>
          <p:nvPr/>
        </p:nvSpPr>
        <p:spPr>
          <a:xfrm>
            <a:off x="7834884" y="4569506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A623"/>
                </a:solidFill>
              </a:rPr>
              <a:t>→</a:t>
            </a:r>
            <a:endParaRPr lang="en-US" sz="1600" dirty="0"/>
          </a:p>
        </p:txBody>
      </p:sp>
      <p:sp>
        <p:nvSpPr>
          <p:cNvPr id="61" name="Shape 20">
            <a:extLst>
              <a:ext uri="{FF2B5EF4-FFF2-40B4-BE49-F238E27FC236}">
                <a16:creationId xmlns:a16="http://schemas.microsoft.com/office/drawing/2014/main" id="{A5DBD1BD-1E8F-87A0-BFEA-0537D3233E12}"/>
              </a:ext>
            </a:extLst>
          </p:cNvPr>
          <p:cNvSpPr/>
          <p:nvPr/>
        </p:nvSpPr>
        <p:spPr>
          <a:xfrm>
            <a:off x="8036052" y="4322618"/>
            <a:ext cx="3477768" cy="822960"/>
          </a:xfrm>
          <a:prstGeom prst="roundRect">
            <a:avLst>
              <a:gd name="adj" fmla="val 4444"/>
            </a:avLst>
          </a:prstGeom>
          <a:solidFill>
            <a:srgbClr val="F1F7F4"/>
          </a:solidFill>
          <a:ln w="12700">
            <a:solidFill>
              <a:srgbClr val="9DBBAF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3" name="Text 21">
            <a:extLst>
              <a:ext uri="{FF2B5EF4-FFF2-40B4-BE49-F238E27FC236}">
                <a16:creationId xmlns:a16="http://schemas.microsoft.com/office/drawing/2014/main" id="{35FCA482-E02A-3FE8-DDC3-72DE333594BE}"/>
              </a:ext>
            </a:extLst>
          </p:cNvPr>
          <p:cNvSpPr/>
          <p:nvPr/>
        </p:nvSpPr>
        <p:spPr>
          <a:xfrm>
            <a:off x="8109204" y="4551218"/>
            <a:ext cx="3331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F35"/>
                </a:solidFill>
              </a:rPr>
              <a:t>Journal entry</a:t>
            </a:r>
            <a:endParaRPr lang="en-US" sz="1200" dirty="0"/>
          </a:p>
        </p:txBody>
      </p:sp>
      <p:sp>
        <p:nvSpPr>
          <p:cNvPr id="65" name="Text 22">
            <a:extLst>
              <a:ext uri="{FF2B5EF4-FFF2-40B4-BE49-F238E27FC236}">
                <a16:creationId xmlns:a16="http://schemas.microsoft.com/office/drawing/2014/main" id="{0F59BB21-B90F-E0A4-95F7-57BADA08FCE3}"/>
              </a:ext>
            </a:extLst>
          </p:cNvPr>
          <p:cNvSpPr/>
          <p:nvPr/>
        </p:nvSpPr>
        <p:spPr>
          <a:xfrm>
            <a:off x="906780" y="5557058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3F35"/>
                </a:solidFill>
              </a:rPr>
              <a:t>Current purpose: manage pet information and record pet-care activities.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7844119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37">
            <a:extLst>
              <a:ext uri="{FF2B5EF4-FFF2-40B4-BE49-F238E27FC236}">
                <a16:creationId xmlns:a16="http://schemas.microsoft.com/office/drawing/2014/main" id="{8621C32A-F0D0-D8F6-EE28-E2E8A8DDF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PetCareApp</a:t>
            </a:r>
            <a:r>
              <a:rPr lang="en-US" dirty="0"/>
              <a:t> Walkthrough</a:t>
            </a:r>
            <a:endParaRPr lang="en-SG" dirty="0"/>
          </a:p>
        </p:txBody>
      </p:sp>
      <p:sp>
        <p:nvSpPr>
          <p:cNvPr id="5" name="Rounded Rectangle 4"/>
          <p:cNvSpPr/>
          <p:nvPr/>
        </p:nvSpPr>
        <p:spPr>
          <a:xfrm>
            <a:off x="685800" y="1901952"/>
            <a:ext cx="2615184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" name="Rounded Rectangle 5"/>
          <p:cNvSpPr/>
          <p:nvPr/>
        </p:nvSpPr>
        <p:spPr>
          <a:xfrm>
            <a:off x="841248" y="2084832"/>
            <a:ext cx="64008" cy="1234440"/>
          </a:xfrm>
          <a:prstGeom prst="roundRect">
            <a:avLst/>
          </a:prstGeom>
          <a:solidFill>
            <a:srgbClr val="3D7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" name="TextBox 6"/>
          <p:cNvSpPr txBox="1"/>
          <p:nvPr/>
        </p:nvSpPr>
        <p:spPr>
          <a:xfrm>
            <a:off x="1033271" y="2058692"/>
            <a:ext cx="2103120" cy="3631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7283D"/>
                </a:solidFill>
                <a:latin typeface="Aptos"/>
              </a:rPr>
              <a:t>Accounts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2478024"/>
            <a:ext cx="2103120" cy="48628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8788D"/>
                </a:solidFill>
                <a:latin typeface="Aptos"/>
              </a:rPr>
              <a:t>Sign up, log in, log out; user and admin roles.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1901952"/>
            <a:ext cx="2615184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" name="Rounded Rectangle 9"/>
          <p:cNvSpPr/>
          <p:nvPr/>
        </p:nvSpPr>
        <p:spPr>
          <a:xfrm>
            <a:off x="3611879" y="2084832"/>
            <a:ext cx="64008" cy="1234440"/>
          </a:xfrm>
          <a:prstGeom prst="roundRect">
            <a:avLst/>
          </a:prstGeom>
          <a:solidFill>
            <a:srgbClr val="16A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" name="TextBox 10"/>
          <p:cNvSpPr txBox="1"/>
          <p:nvPr/>
        </p:nvSpPr>
        <p:spPr>
          <a:xfrm>
            <a:off x="3803904" y="2058692"/>
            <a:ext cx="2103120" cy="3631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7283D"/>
                </a:solidFill>
                <a:latin typeface="Aptos"/>
              </a:rPr>
              <a:t>Pet profiles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3904" y="2478024"/>
            <a:ext cx="2103120" cy="70173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8788D"/>
                </a:solidFill>
                <a:latin typeface="Aptos"/>
              </a:rPr>
              <a:t>Store name, species, breed, age, and an optional image.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7064" y="1901952"/>
            <a:ext cx="2615184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4" name="Rounded Rectangle 13"/>
          <p:cNvSpPr/>
          <p:nvPr/>
        </p:nvSpPr>
        <p:spPr>
          <a:xfrm>
            <a:off x="6382512" y="2084832"/>
            <a:ext cx="64008" cy="1234440"/>
          </a:xfrm>
          <a:prstGeom prst="roundRect">
            <a:avLst/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5" name="TextBox 14"/>
          <p:cNvSpPr txBox="1"/>
          <p:nvPr/>
        </p:nvSpPr>
        <p:spPr>
          <a:xfrm>
            <a:off x="6574536" y="2058692"/>
            <a:ext cx="2103120" cy="3631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7283D"/>
                </a:solidFill>
                <a:latin typeface="Aptos"/>
              </a:rPr>
              <a:t>Care journals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74536" y="2478024"/>
            <a:ext cx="2103120" cy="70173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8788D"/>
                </a:solidFill>
                <a:latin typeface="Aptos"/>
              </a:rPr>
              <a:t>Record dated activities and notes; filter by pet or search text.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97696" y="1901952"/>
            <a:ext cx="24688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8" name="Rounded Rectangle 17"/>
          <p:cNvSpPr/>
          <p:nvPr/>
        </p:nvSpPr>
        <p:spPr>
          <a:xfrm>
            <a:off x="9153144" y="2084832"/>
            <a:ext cx="64008" cy="1234440"/>
          </a:xfrm>
          <a:prstGeom prst="roundRect">
            <a:avLst/>
          </a:prstGeom>
          <a:solidFill>
            <a:srgbClr val="1C9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9" name="TextBox 18"/>
          <p:cNvSpPr txBox="1"/>
          <p:nvPr/>
        </p:nvSpPr>
        <p:spPr>
          <a:xfrm>
            <a:off x="9345168" y="2058692"/>
            <a:ext cx="1956816" cy="3631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7283D"/>
                </a:solidFill>
                <a:latin typeface="Aptos"/>
              </a:rPr>
              <a:t>Admin tools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45168" y="2478024"/>
            <a:ext cx="1956816" cy="70173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8788D"/>
                </a:solidFill>
                <a:latin typeface="Aptos"/>
              </a:rPr>
              <a:t>Browse users and inspect their pets and journal records.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007034"/>
            <a:ext cx="1828800" cy="224677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8788D"/>
                </a:solidFill>
                <a:latin typeface="Aptos"/>
              </a:rPr>
              <a:t>DATA MODEL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2688" y="4517136"/>
            <a:ext cx="2331720" cy="950976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D9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3" name="TextBox 22"/>
          <p:cNvSpPr txBox="1"/>
          <p:nvPr/>
        </p:nvSpPr>
        <p:spPr>
          <a:xfrm>
            <a:off x="1115568" y="4609869"/>
            <a:ext cx="1920240" cy="3631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3D76F6"/>
                </a:solidFill>
                <a:latin typeface="Aptos"/>
              </a:rPr>
              <a:t>users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" y="4999158"/>
            <a:ext cx="1920240" cy="224677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8788D"/>
                </a:solidFill>
                <a:latin typeface="Aptos"/>
              </a:rPr>
              <a:t>id ? username ? role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73168" y="4517136"/>
            <a:ext cx="2331720" cy="950976"/>
          </a:xfrm>
          <a:prstGeom prst="roundRect">
            <a:avLst/>
          </a:prstGeom>
          <a:solidFill>
            <a:srgbClr val="E8F6F3"/>
          </a:solidFill>
          <a:ln w="12700">
            <a:solidFill>
              <a:srgbClr val="D9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6" name="TextBox 25"/>
          <p:cNvSpPr txBox="1"/>
          <p:nvPr/>
        </p:nvSpPr>
        <p:spPr>
          <a:xfrm>
            <a:off x="4956048" y="4609869"/>
            <a:ext cx="1920240" cy="3631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16A98A"/>
                </a:solidFill>
                <a:latin typeface="Aptos"/>
              </a:rPr>
              <a:t>pets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56048" y="4999158"/>
            <a:ext cx="1920240" cy="224677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8788D"/>
                </a:solidFill>
                <a:latin typeface="Aptos"/>
              </a:rPr>
              <a:t>owner_id ? details ? image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13648" y="4517136"/>
            <a:ext cx="2331720" cy="950976"/>
          </a:xfrm>
          <a:prstGeom prst="roundRect">
            <a:avLst/>
          </a:prstGeom>
          <a:solidFill>
            <a:srgbClr val="FFF4E2"/>
          </a:solidFill>
          <a:ln w="12700">
            <a:solidFill>
              <a:srgbClr val="D9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9" name="TextBox 28"/>
          <p:cNvSpPr txBox="1"/>
          <p:nvPr/>
        </p:nvSpPr>
        <p:spPr>
          <a:xfrm>
            <a:off x="8796528" y="4609869"/>
            <a:ext cx="1920240" cy="3631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B97819"/>
                </a:solidFill>
                <a:latin typeface="Aptos"/>
              </a:rPr>
              <a:t>journal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96528" y="5003005"/>
            <a:ext cx="1920240" cy="21698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68788D"/>
                </a:solidFill>
                <a:latin typeface="Aptos"/>
              </a:rPr>
              <a:t>pet_id ? activity ? date ? notes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337560" y="4974336"/>
            <a:ext cx="1280160" cy="0"/>
          </a:xfrm>
          <a:prstGeom prst="line">
            <a:avLst/>
          </a:prstGeom>
          <a:ln w="25400">
            <a:solidFill>
              <a:srgbClr val="3D76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3429000" y="4650961"/>
            <a:ext cx="1097280" cy="21698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68788D"/>
                </a:solidFill>
                <a:latin typeface="Aptos"/>
              </a:rPr>
              <a:t>1 : many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187184" y="4974336"/>
            <a:ext cx="1271016" cy="0"/>
          </a:xfrm>
          <a:prstGeom prst="line">
            <a:avLst/>
          </a:prstGeom>
          <a:ln w="25400">
            <a:solidFill>
              <a:srgbClr val="16A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269480" y="4650961"/>
            <a:ext cx="1097280" cy="21698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68788D"/>
                </a:solidFill>
                <a:latin typeface="Aptos"/>
              </a:rPr>
              <a:t>1 : many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0B86B3D1-8C70-248B-476A-526404515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PetCareApp</a:t>
            </a:r>
            <a:r>
              <a:rPr lang="en-US" dirty="0"/>
              <a:t> Walkthrough - Signup</a:t>
            </a:r>
            <a:endParaRPr lang="en-SG" dirty="0"/>
          </a:p>
        </p:txBody>
      </p:sp>
      <p:sp>
        <p:nvSpPr>
          <p:cNvPr id="4" name="TextBox 3"/>
          <p:cNvSpPr txBox="1"/>
          <p:nvPr/>
        </p:nvSpPr>
        <p:spPr>
          <a:xfrm>
            <a:off x="676656" y="1298448"/>
            <a:ext cx="10607040" cy="3657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dirty="0">
                <a:solidFill>
                  <a:srgbClr val="68788D"/>
                </a:solidFill>
                <a:latin typeface="Aptos"/>
              </a:rPr>
              <a:t>Signup collects account details, role, pet attributes, and an optional image upload.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773936"/>
            <a:ext cx="38862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pic>
        <p:nvPicPr>
          <p:cNvPr id="6" name="Picture 5" descr="signup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3215" y="1901952"/>
            <a:ext cx="2487361" cy="40416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5527" y="6199632"/>
            <a:ext cx="3602736" cy="2092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dirty="0">
                <a:solidFill>
                  <a:srgbClr val="68788D"/>
                </a:solidFill>
                <a:latin typeface="Aptos"/>
              </a:rPr>
              <a:t>SIGNUP FORM</a:t>
            </a:r>
          </a:p>
        </p:txBody>
      </p:sp>
      <p:sp>
        <p:nvSpPr>
          <p:cNvPr id="8" name="Oval 7"/>
          <p:cNvSpPr/>
          <p:nvPr/>
        </p:nvSpPr>
        <p:spPr>
          <a:xfrm>
            <a:off x="5084064" y="2148839"/>
            <a:ext cx="100584" cy="100584"/>
          </a:xfrm>
          <a:prstGeom prst="ellipse">
            <a:avLst/>
          </a:prstGeom>
          <a:solidFill>
            <a:srgbClr val="3D7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TextBox 8"/>
          <p:cNvSpPr txBox="1"/>
          <p:nvPr/>
        </p:nvSpPr>
        <p:spPr>
          <a:xfrm>
            <a:off x="5294376" y="2043749"/>
            <a:ext cx="2615184" cy="301621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283D"/>
                </a:solidFill>
                <a:latin typeface="Aptos"/>
              </a:rPr>
              <a:t>Account fields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94376" y="2359151"/>
            <a:ext cx="2615184" cy="39395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8788D"/>
                </a:solidFill>
                <a:latin typeface="Aptos"/>
              </a:rPr>
              <a:t>Username, password, display name, and role.</a:t>
            </a:r>
          </a:p>
        </p:txBody>
      </p:sp>
      <p:sp>
        <p:nvSpPr>
          <p:cNvPr id="11" name="Oval 10"/>
          <p:cNvSpPr/>
          <p:nvPr/>
        </p:nvSpPr>
        <p:spPr>
          <a:xfrm>
            <a:off x="5084064" y="3136391"/>
            <a:ext cx="100584" cy="100584"/>
          </a:xfrm>
          <a:prstGeom prst="ellipse">
            <a:avLst/>
          </a:prstGeom>
          <a:solidFill>
            <a:srgbClr val="16A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" name="TextBox 11"/>
          <p:cNvSpPr txBox="1"/>
          <p:nvPr/>
        </p:nvSpPr>
        <p:spPr>
          <a:xfrm>
            <a:off x="5294376" y="3031302"/>
            <a:ext cx="2615184" cy="301621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283D"/>
                </a:solidFill>
                <a:latin typeface="Aptos"/>
              </a:rPr>
              <a:t>Initial pet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94376" y="3346703"/>
            <a:ext cx="2615184" cy="39395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8788D"/>
                </a:solidFill>
                <a:latin typeface="Aptos"/>
              </a:rPr>
              <a:t>Pet name, species, breed, age, and optional photo.</a:t>
            </a:r>
          </a:p>
        </p:txBody>
      </p:sp>
      <p:sp>
        <p:nvSpPr>
          <p:cNvPr id="14" name="Oval 13"/>
          <p:cNvSpPr/>
          <p:nvPr/>
        </p:nvSpPr>
        <p:spPr>
          <a:xfrm>
            <a:off x="5084064" y="4123944"/>
            <a:ext cx="100584" cy="100584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" name="TextBox 14"/>
          <p:cNvSpPr txBox="1"/>
          <p:nvPr/>
        </p:nvSpPr>
        <p:spPr>
          <a:xfrm>
            <a:off x="5294376" y="4018854"/>
            <a:ext cx="2615184" cy="301621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283D"/>
                </a:solidFill>
                <a:latin typeface="Aptos"/>
              </a:rPr>
              <a:t>Upload path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94376" y="4334256"/>
            <a:ext cx="2615184" cy="39395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8788D"/>
                </a:solidFill>
                <a:latin typeface="Aptos"/>
              </a:rPr>
              <a:t>Multer saves the image file; the pet row stores its filename.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66175" y="1901952"/>
            <a:ext cx="3163824" cy="3602736"/>
          </a:xfrm>
          <a:prstGeom prst="roundRect">
            <a:avLst/>
          </a:prstGeom>
          <a:solidFill>
            <a:srgbClr val="14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8" name="TextBox 17"/>
          <p:cNvSpPr txBox="1"/>
          <p:nvPr/>
        </p:nvSpPr>
        <p:spPr>
          <a:xfrm>
            <a:off x="8595360" y="2246814"/>
            <a:ext cx="2423160" cy="224677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68D5BE"/>
                </a:solidFill>
                <a:latin typeface="Aptos"/>
              </a:rPr>
              <a:t>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58784" y="2741592"/>
            <a:ext cx="2468880" cy="332399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b="1">
                <a:solidFill>
                  <a:srgbClr val="FFFFFF"/>
                </a:solidFill>
                <a:latin typeface="Aptos"/>
              </a:rPr>
              <a:t>Form submit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765792" y="3108960"/>
            <a:ext cx="0" cy="438912"/>
          </a:xfrm>
          <a:prstGeom prst="line">
            <a:avLst/>
          </a:prstGeom>
          <a:ln w="25400">
            <a:solidFill>
              <a:srgbClr val="68D5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558784" y="3601128"/>
            <a:ext cx="2468880" cy="332399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b="1">
                <a:solidFill>
                  <a:srgbClr val="FFFFFF"/>
                </a:solidFill>
                <a:latin typeface="Aptos"/>
              </a:rPr>
              <a:t>Insert user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765792" y="3968496"/>
            <a:ext cx="0" cy="438912"/>
          </a:xfrm>
          <a:prstGeom prst="line">
            <a:avLst/>
          </a:prstGeom>
          <a:ln w="25400">
            <a:solidFill>
              <a:srgbClr val="68D5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558784" y="4460664"/>
            <a:ext cx="2468880" cy="332399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b="1">
                <a:solidFill>
                  <a:srgbClr val="FFFFFF"/>
                </a:solidFill>
                <a:latin typeface="Aptos"/>
              </a:rPr>
              <a:t>Insert first pet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5085301"/>
            <a:ext cx="2560320" cy="21698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B4C3D5"/>
                </a:solidFill>
                <a:latin typeface="Aptos"/>
              </a:rPr>
              <a:t>Then redirect to login.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76656" y="1298448"/>
            <a:ext cx="10607040" cy="3657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8788D"/>
                </a:solidFill>
                <a:latin typeface="Aptos"/>
              </a:rPr>
              <a:t>Choose a pet to see its profile and matching records; search can narrow by activity or notes.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" y="1755648"/>
            <a:ext cx="468172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pic>
        <p:nvPicPr>
          <p:cNvPr id="6" name="Picture 5" descr="journals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8580" y="1901952"/>
            <a:ext cx="2757878" cy="4160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6040125"/>
            <a:ext cx="4206240" cy="2092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dirty="0">
                <a:solidFill>
                  <a:srgbClr val="68788D"/>
                </a:solidFill>
                <a:latin typeface="Aptos"/>
              </a:rPr>
              <a:t>JOURNAL LIST</a:t>
            </a:r>
          </a:p>
        </p:txBody>
      </p:sp>
      <p:sp>
        <p:nvSpPr>
          <p:cNvPr id="8" name="Oval 7"/>
          <p:cNvSpPr/>
          <p:nvPr/>
        </p:nvSpPr>
        <p:spPr>
          <a:xfrm>
            <a:off x="5806440" y="2112264"/>
            <a:ext cx="100584" cy="100584"/>
          </a:xfrm>
          <a:prstGeom prst="ellipse">
            <a:avLst/>
          </a:prstGeom>
          <a:solidFill>
            <a:srgbClr val="3D7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TextBox 8"/>
          <p:cNvSpPr txBox="1"/>
          <p:nvPr/>
        </p:nvSpPr>
        <p:spPr>
          <a:xfrm>
            <a:off x="6016752" y="2007174"/>
            <a:ext cx="5175504" cy="301621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283D"/>
                </a:solidFill>
                <a:latin typeface="Aptos"/>
              </a:rPr>
              <a:t>Pet selector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6752" y="2322576"/>
            <a:ext cx="5175504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8788D"/>
                </a:solidFill>
                <a:latin typeface="Aptos"/>
              </a:rPr>
              <a:t>Switch between pets owned by the signed-in user.</a:t>
            </a:r>
          </a:p>
        </p:txBody>
      </p:sp>
      <p:sp>
        <p:nvSpPr>
          <p:cNvPr id="11" name="Oval 10"/>
          <p:cNvSpPr/>
          <p:nvPr/>
        </p:nvSpPr>
        <p:spPr>
          <a:xfrm>
            <a:off x="5806440" y="3081527"/>
            <a:ext cx="100584" cy="100584"/>
          </a:xfrm>
          <a:prstGeom prst="ellipse">
            <a:avLst/>
          </a:prstGeom>
          <a:solidFill>
            <a:srgbClr val="16A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" name="TextBox 11"/>
          <p:cNvSpPr txBox="1"/>
          <p:nvPr/>
        </p:nvSpPr>
        <p:spPr>
          <a:xfrm>
            <a:off x="6016752" y="2976438"/>
            <a:ext cx="5175504" cy="301621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283D"/>
                </a:solidFill>
                <a:latin typeface="Aptos"/>
              </a:rPr>
              <a:t>Profile card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16752" y="3291839"/>
            <a:ext cx="5175504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8788D"/>
                </a:solidFill>
                <a:latin typeface="Aptos"/>
              </a:rPr>
              <a:t>Display pet image, species, breed, and age.</a:t>
            </a:r>
          </a:p>
        </p:txBody>
      </p:sp>
      <p:sp>
        <p:nvSpPr>
          <p:cNvPr id="14" name="Oval 13"/>
          <p:cNvSpPr/>
          <p:nvPr/>
        </p:nvSpPr>
        <p:spPr>
          <a:xfrm>
            <a:off x="5806440" y="4050791"/>
            <a:ext cx="100584" cy="100584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" name="TextBox 14"/>
          <p:cNvSpPr txBox="1"/>
          <p:nvPr/>
        </p:nvSpPr>
        <p:spPr>
          <a:xfrm>
            <a:off x="6016752" y="3945702"/>
            <a:ext cx="5175504" cy="301621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283D"/>
                </a:solidFill>
                <a:latin typeface="Aptos"/>
              </a:rPr>
              <a:t>Search and filter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16752" y="4261104"/>
            <a:ext cx="5175504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8788D"/>
                </a:solidFill>
                <a:latin typeface="Aptos"/>
              </a:rPr>
              <a:t>Search activity/notes; keep the selected pet filter.</a:t>
            </a:r>
          </a:p>
        </p:txBody>
      </p:sp>
      <p:sp>
        <p:nvSpPr>
          <p:cNvPr id="17" name="Oval 16"/>
          <p:cNvSpPr/>
          <p:nvPr/>
        </p:nvSpPr>
        <p:spPr>
          <a:xfrm>
            <a:off x="5806440" y="5020056"/>
            <a:ext cx="100584" cy="100584"/>
          </a:xfrm>
          <a:prstGeom prst="ellipse">
            <a:avLst/>
          </a:prstGeom>
          <a:solidFill>
            <a:srgbClr val="1C9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8" name="TextBox 17"/>
          <p:cNvSpPr txBox="1"/>
          <p:nvPr/>
        </p:nvSpPr>
        <p:spPr>
          <a:xfrm>
            <a:off x="6016752" y="4914966"/>
            <a:ext cx="5175504" cy="301621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283D"/>
                </a:solidFill>
                <a:latin typeface="Aptos"/>
              </a:rPr>
              <a:t>Quick actions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16752" y="5230368"/>
            <a:ext cx="5175504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8788D"/>
                </a:solidFill>
                <a:latin typeface="Aptos"/>
              </a:rPr>
              <a:t>Add an entry or pet; edit/delete listed entries.</a:t>
            </a:r>
          </a:p>
        </p:txBody>
      </p:sp>
      <p:sp>
        <p:nvSpPr>
          <p:cNvPr id="23" name="Title 22">
            <a:extLst>
              <a:ext uri="{FF2B5EF4-FFF2-40B4-BE49-F238E27FC236}">
                <a16:creationId xmlns:a16="http://schemas.microsoft.com/office/drawing/2014/main" id="{F59D1E84-6D66-1B7E-B200-7840A7990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65" y="379538"/>
            <a:ext cx="9695115" cy="1029943"/>
          </a:xfrm>
        </p:spPr>
        <p:txBody>
          <a:bodyPr>
            <a:normAutofit/>
          </a:bodyPr>
          <a:lstStyle/>
          <a:p>
            <a:r>
              <a:rPr lang="en-US" dirty="0" err="1"/>
              <a:t>PetCareApp</a:t>
            </a:r>
            <a:r>
              <a:rPr lang="en-US" dirty="0"/>
              <a:t> Walkthrough - Pet context and journal entries </a:t>
            </a:r>
            <a:endParaRPr lang="en-SG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76656" y="1330517"/>
            <a:ext cx="10607040" cy="301621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68788D"/>
                </a:solidFill>
                <a:latin typeface="Aptos"/>
              </a:rPr>
              <a:t>Each entry belongs to a pet and records an activity, date, and optional notes.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" y="1773936"/>
            <a:ext cx="4608576" cy="44622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pic>
        <p:nvPicPr>
          <p:cNvPr id="6" name="Picture 5" descr="journal-entry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993715"/>
            <a:ext cx="4279392" cy="39678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6030981"/>
            <a:ext cx="4114800" cy="2092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dirty="0">
                <a:solidFill>
                  <a:srgbClr val="68788D"/>
                </a:solidFill>
                <a:latin typeface="Aptos"/>
              </a:rPr>
              <a:t>NEW ENTRY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24144" y="1847088"/>
            <a:ext cx="256032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Rounded Rectangle 8"/>
          <p:cNvSpPr/>
          <p:nvPr/>
        </p:nvSpPr>
        <p:spPr>
          <a:xfrm>
            <a:off x="5879592" y="2029968"/>
            <a:ext cx="64008" cy="932688"/>
          </a:xfrm>
          <a:prstGeom prst="roundRect">
            <a:avLst/>
          </a:prstGeom>
          <a:solidFill>
            <a:srgbClr val="3D7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TextBox 9"/>
          <p:cNvSpPr txBox="1"/>
          <p:nvPr/>
        </p:nvSpPr>
        <p:spPr>
          <a:xfrm>
            <a:off x="6071616" y="2034605"/>
            <a:ext cx="2048255" cy="301621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283D"/>
                </a:solidFill>
                <a:latin typeface="Aptos"/>
              </a:rPr>
              <a:t>Create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71616" y="2423160"/>
            <a:ext cx="2048255" cy="39395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8788D"/>
                </a:solidFill>
                <a:latin typeface="Aptos"/>
              </a:rPr>
              <a:t>Choose pet, date, activity, and notes.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31352" y="1847088"/>
            <a:ext cx="256032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Rounded Rectangle 12"/>
          <p:cNvSpPr/>
          <p:nvPr/>
        </p:nvSpPr>
        <p:spPr>
          <a:xfrm>
            <a:off x="8686800" y="2029968"/>
            <a:ext cx="64008" cy="932688"/>
          </a:xfrm>
          <a:prstGeom prst="roundRect">
            <a:avLst/>
          </a:prstGeom>
          <a:solidFill>
            <a:srgbClr val="16A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4" name="TextBox 13"/>
          <p:cNvSpPr txBox="1"/>
          <p:nvPr/>
        </p:nvSpPr>
        <p:spPr>
          <a:xfrm>
            <a:off x="8878824" y="2034605"/>
            <a:ext cx="2048255" cy="301621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283D"/>
                </a:solidFill>
                <a:latin typeface="Aptos"/>
              </a:rPr>
              <a:t>Read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78824" y="2423160"/>
            <a:ext cx="2048255" cy="39395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8788D"/>
                </a:solidFill>
                <a:latin typeface="Aptos"/>
              </a:rPr>
              <a:t>Journal page loads pet + entry data from MySQL.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24144" y="3410712"/>
            <a:ext cx="256032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7" name="Rounded Rectangle 16"/>
          <p:cNvSpPr/>
          <p:nvPr/>
        </p:nvSpPr>
        <p:spPr>
          <a:xfrm>
            <a:off x="5879592" y="3593592"/>
            <a:ext cx="64008" cy="932688"/>
          </a:xfrm>
          <a:prstGeom prst="roundRect">
            <a:avLst/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8" name="TextBox 17"/>
          <p:cNvSpPr txBox="1"/>
          <p:nvPr/>
        </p:nvSpPr>
        <p:spPr>
          <a:xfrm>
            <a:off x="6071616" y="3598229"/>
            <a:ext cx="2048255" cy="301621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283D"/>
                </a:solidFill>
                <a:latin typeface="Aptos"/>
              </a:rPr>
              <a:t>Update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71616" y="3986784"/>
            <a:ext cx="2048255" cy="39395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8788D"/>
                </a:solidFill>
                <a:latin typeface="Aptos"/>
              </a:rPr>
              <a:t>Edit the date, activity, notes, or pet.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31352" y="3410712"/>
            <a:ext cx="256032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1" name="Rounded Rectangle 20"/>
          <p:cNvSpPr/>
          <p:nvPr/>
        </p:nvSpPr>
        <p:spPr>
          <a:xfrm>
            <a:off x="8686800" y="3593592"/>
            <a:ext cx="64008" cy="932688"/>
          </a:xfrm>
          <a:prstGeom prst="roundRect">
            <a:avLst/>
          </a:prstGeom>
          <a:solidFill>
            <a:srgbClr val="D9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2" name="TextBox 21"/>
          <p:cNvSpPr txBox="1"/>
          <p:nvPr/>
        </p:nvSpPr>
        <p:spPr>
          <a:xfrm>
            <a:off x="8878824" y="3598229"/>
            <a:ext cx="2048255" cy="301621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283D"/>
                </a:solidFill>
                <a:latin typeface="Aptos"/>
              </a:rPr>
              <a:t>Delete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78824" y="3986784"/>
            <a:ext cx="2048255" cy="39395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8788D"/>
                </a:solidFill>
                <a:latin typeface="Aptos"/>
              </a:rPr>
              <a:t>Remove an entry, then return to that pet?s journal.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24144" y="5102352"/>
            <a:ext cx="5367528" cy="621792"/>
          </a:xfrm>
          <a:prstGeom prst="round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5" name="TextBox 24"/>
          <p:cNvSpPr txBox="1"/>
          <p:nvPr/>
        </p:nvSpPr>
        <p:spPr>
          <a:xfrm>
            <a:off x="5943600" y="5268683"/>
            <a:ext cx="4937760" cy="270843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3D76F6"/>
                </a:solidFill>
                <a:latin typeface="Aptos"/>
              </a:rPr>
              <a:t>CRUD = Create  ?  Read  ?  Update  ?  Delete</a:t>
            </a:r>
          </a:p>
        </p:txBody>
      </p:sp>
      <p:sp>
        <p:nvSpPr>
          <p:cNvPr id="29" name="Title 28">
            <a:extLst>
              <a:ext uri="{FF2B5EF4-FFF2-40B4-BE49-F238E27FC236}">
                <a16:creationId xmlns:a16="http://schemas.microsoft.com/office/drawing/2014/main" id="{161341B3-C801-2B74-3201-617F2DFC7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PetCareApp</a:t>
            </a:r>
            <a:r>
              <a:rPr lang="en-US" dirty="0"/>
              <a:t> Walkthrough – Journal Entry</a:t>
            </a:r>
            <a:endParaRPr lang="en-SG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76656" y="1330517"/>
            <a:ext cx="10607040" cy="301621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dirty="0">
                <a:solidFill>
                  <a:srgbClr val="68788D"/>
                </a:solidFill>
                <a:latin typeface="Aptos"/>
              </a:rPr>
              <a:t>Week01/app.js keeps routing, session handling, database calls, and redirects in one Express entry point.</a:t>
            </a:r>
          </a:p>
        </p:txBody>
      </p:sp>
      <p:pic>
        <p:nvPicPr>
          <p:cNvPr id="6" name="Picture 5" descr="code-tour.png"/>
          <p:cNvPicPr>
            <a:picLocks noChangeAspect="1"/>
          </p:cNvPicPr>
          <p:nvPr/>
        </p:nvPicPr>
        <p:blipFill>
          <a:blip r:embed="rId3"/>
          <a:srcRect b="17230"/>
          <a:stretch>
            <a:fillRect/>
          </a:stretch>
        </p:blipFill>
        <p:spPr>
          <a:xfrm>
            <a:off x="786384" y="1969389"/>
            <a:ext cx="6455664" cy="3339623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7845552" y="2231136"/>
            <a:ext cx="100584" cy="100584"/>
          </a:xfrm>
          <a:prstGeom prst="ellipse">
            <a:avLst/>
          </a:prstGeom>
          <a:solidFill>
            <a:srgbClr val="3D7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TextBox 8"/>
          <p:cNvSpPr txBox="1"/>
          <p:nvPr/>
        </p:nvSpPr>
        <p:spPr>
          <a:xfrm>
            <a:off x="8055864" y="2126046"/>
            <a:ext cx="3255263" cy="301621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283D"/>
                </a:solidFill>
                <a:latin typeface="Aptos"/>
              </a:rPr>
              <a:t>Prepared values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55864" y="2441448"/>
            <a:ext cx="3255263" cy="39395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8788D"/>
                </a:solidFill>
                <a:latin typeface="Aptos"/>
              </a:rPr>
              <a:t>Question-mark placeholders keep submitted values separate from SQL text.</a:t>
            </a:r>
          </a:p>
        </p:txBody>
      </p:sp>
      <p:sp>
        <p:nvSpPr>
          <p:cNvPr id="11" name="Oval 10"/>
          <p:cNvSpPr/>
          <p:nvPr/>
        </p:nvSpPr>
        <p:spPr>
          <a:xfrm>
            <a:off x="7845552" y="3392424"/>
            <a:ext cx="100584" cy="100584"/>
          </a:xfrm>
          <a:prstGeom prst="ellipse">
            <a:avLst/>
          </a:prstGeom>
          <a:solidFill>
            <a:srgbClr val="16A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" name="TextBox 11"/>
          <p:cNvSpPr txBox="1"/>
          <p:nvPr/>
        </p:nvSpPr>
        <p:spPr>
          <a:xfrm>
            <a:off x="8055864" y="3287334"/>
            <a:ext cx="3255263" cy="301621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283D"/>
                </a:solidFill>
                <a:latin typeface="Aptos"/>
              </a:rPr>
              <a:t>Callback 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55864" y="3602736"/>
            <a:ext cx="3255263" cy="39395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8788D"/>
                </a:solidFill>
                <a:latin typeface="Aptos"/>
              </a:rPr>
              <a:t>Handle a database error, then redirect after a successful insert.</a:t>
            </a:r>
          </a:p>
        </p:txBody>
      </p:sp>
      <p:sp>
        <p:nvSpPr>
          <p:cNvPr id="14" name="Oval 13"/>
          <p:cNvSpPr/>
          <p:nvPr/>
        </p:nvSpPr>
        <p:spPr>
          <a:xfrm>
            <a:off x="7845552" y="4553712"/>
            <a:ext cx="100584" cy="100584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" name="TextBox 14"/>
          <p:cNvSpPr txBox="1"/>
          <p:nvPr/>
        </p:nvSpPr>
        <p:spPr>
          <a:xfrm>
            <a:off x="8055864" y="4448622"/>
            <a:ext cx="3255263" cy="301621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283D"/>
                </a:solidFill>
                <a:latin typeface="Aptos"/>
              </a:rPr>
              <a:t>Session-aware pages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55864" y="4764024"/>
            <a:ext cx="3255263" cy="39395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8788D"/>
                </a:solidFill>
                <a:latin typeface="Aptos"/>
              </a:rPr>
              <a:t>isLoggedIn checks for a session user before protected routes run.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45552" y="5486400"/>
            <a:ext cx="3474720" cy="493776"/>
          </a:xfrm>
          <a:prstGeom prst="roundRect">
            <a:avLst/>
          </a:prstGeom>
          <a:solidFill>
            <a:srgbClr val="FFF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8" name="TextBox 17"/>
          <p:cNvSpPr txBox="1"/>
          <p:nvPr/>
        </p:nvSpPr>
        <p:spPr>
          <a:xfrm>
            <a:off x="8001000" y="5611081"/>
            <a:ext cx="3172968" cy="21698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dirty="0">
                <a:solidFill>
                  <a:srgbClr val="865B14"/>
                </a:solidFill>
                <a:latin typeface="Aptos"/>
              </a:rPr>
              <a:t>Production: use </a:t>
            </a:r>
            <a:r>
              <a:rPr sz="1050" b="1" dirty="0" err="1">
                <a:solidFill>
                  <a:srgbClr val="865B14"/>
                </a:solidFill>
                <a:latin typeface="Aptos"/>
              </a:rPr>
              <a:t>bcrypt</a:t>
            </a:r>
            <a:r>
              <a:rPr sz="1050" b="1" dirty="0">
                <a:solidFill>
                  <a:srgbClr val="865B14"/>
                </a:solidFill>
                <a:latin typeface="Aptos"/>
              </a:rPr>
              <a:t>/Argon2 for passwords.</a:t>
            </a:r>
          </a:p>
        </p:txBody>
      </p:sp>
      <p:sp>
        <p:nvSpPr>
          <p:cNvPr id="22" name="Title 21">
            <a:extLst>
              <a:ext uri="{FF2B5EF4-FFF2-40B4-BE49-F238E27FC236}">
                <a16:creationId xmlns:a16="http://schemas.microsoft.com/office/drawing/2014/main" id="{6926DAAA-0BF2-5812-5994-6EC9D97B4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PetCareApp</a:t>
            </a:r>
            <a:r>
              <a:rPr lang="en-US" dirty="0"/>
              <a:t> Walkthrough – A form submission becomes a parameterized SQL query</a:t>
            </a:r>
            <a:br>
              <a:rPr lang="en-US" dirty="0"/>
            </a:br>
            <a:endParaRPr lang="en-SG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58368" y="544354"/>
            <a:ext cx="9783854" cy="886397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dirty="0">
                <a:solidFill>
                  <a:srgbClr val="17283D"/>
                </a:solidFill>
                <a:latin typeface="Arial Black" panose="020B0A04020102020204" pitchFamily="34" charset="0"/>
              </a:rPr>
              <a:t>A single Express app</a:t>
            </a:r>
            <a:r>
              <a:rPr lang="en-US" sz="2700" b="1" dirty="0">
                <a:solidFill>
                  <a:srgbClr val="17283D"/>
                </a:solidFill>
                <a:latin typeface="Arial Black" panose="020B0A04020102020204" pitchFamily="34" charset="0"/>
              </a:rPr>
              <a:t>.js</a:t>
            </a:r>
            <a:r>
              <a:rPr sz="2700" b="1" dirty="0">
                <a:solidFill>
                  <a:srgbClr val="17283D"/>
                </a:solidFill>
                <a:latin typeface="Arial Black" panose="020B0A04020102020204" pitchFamily="34" charset="0"/>
              </a:rPr>
              <a:t> renders pages and coordinates persistence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5753" y="1412463"/>
            <a:ext cx="10607040" cy="3657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dirty="0">
                <a:solidFill>
                  <a:srgbClr val="68788D"/>
                </a:solidFill>
                <a:latin typeface="Aptos"/>
              </a:rPr>
              <a:t>The Week 01 app is intentionally compact: routes call MySQL, then render EJS views.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956816"/>
            <a:ext cx="2048256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" name="Rectangle 5"/>
          <p:cNvSpPr/>
          <p:nvPr/>
        </p:nvSpPr>
        <p:spPr>
          <a:xfrm>
            <a:off x="713232" y="1956816"/>
            <a:ext cx="2048256" cy="73152"/>
          </a:xfrm>
          <a:prstGeom prst="rect">
            <a:avLst/>
          </a:prstGeom>
          <a:solidFill>
            <a:srgbClr val="3D7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" name="TextBox 6"/>
          <p:cNvSpPr txBox="1"/>
          <p:nvPr/>
        </p:nvSpPr>
        <p:spPr>
          <a:xfrm>
            <a:off x="822960" y="2119800"/>
            <a:ext cx="1828800" cy="332399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b="1">
                <a:solidFill>
                  <a:srgbClr val="17283D"/>
                </a:solidFill>
                <a:latin typeface="Aptos"/>
              </a:rPr>
              <a:t>Browser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48566"/>
            <a:ext cx="1828800" cy="224677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8788D"/>
                </a:solidFill>
                <a:latin typeface="Aptos"/>
              </a:rPr>
              <a:t>Forms + links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63824" y="1956816"/>
            <a:ext cx="2048256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" name="Rectangle 9"/>
          <p:cNvSpPr/>
          <p:nvPr/>
        </p:nvSpPr>
        <p:spPr>
          <a:xfrm>
            <a:off x="3163824" y="1956816"/>
            <a:ext cx="2048256" cy="73152"/>
          </a:xfrm>
          <a:prstGeom prst="rect">
            <a:avLst/>
          </a:prstGeom>
          <a:solidFill>
            <a:srgbClr val="16A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" name="TextBox 10"/>
          <p:cNvSpPr txBox="1"/>
          <p:nvPr/>
        </p:nvSpPr>
        <p:spPr>
          <a:xfrm>
            <a:off x="3273552" y="2119800"/>
            <a:ext cx="1828800" cy="332399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b="1">
                <a:solidFill>
                  <a:srgbClr val="17283D"/>
                </a:solidFill>
                <a:latin typeface="Aptos"/>
              </a:rPr>
              <a:t>Express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73552" y="2548566"/>
            <a:ext cx="1828800" cy="224677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8788D"/>
                </a:solidFill>
                <a:latin typeface="Aptos"/>
              </a:rPr>
              <a:t>Routes + middleware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14416" y="1956816"/>
            <a:ext cx="2048256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4" name="Rectangle 13"/>
          <p:cNvSpPr/>
          <p:nvPr/>
        </p:nvSpPr>
        <p:spPr>
          <a:xfrm>
            <a:off x="5614416" y="1956816"/>
            <a:ext cx="2048256" cy="73152"/>
          </a:xfrm>
          <a:prstGeom prst="rect">
            <a:avLst/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5" name="TextBox 14"/>
          <p:cNvSpPr txBox="1"/>
          <p:nvPr/>
        </p:nvSpPr>
        <p:spPr>
          <a:xfrm>
            <a:off x="5724144" y="2119800"/>
            <a:ext cx="1828800" cy="332399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b="1">
                <a:solidFill>
                  <a:srgbClr val="17283D"/>
                </a:solidFill>
                <a:latin typeface="Aptos"/>
              </a:rPr>
              <a:t>MySQL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24144" y="2548566"/>
            <a:ext cx="1828800" cy="224677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8788D"/>
                </a:solidFill>
                <a:latin typeface="Aptos"/>
              </a:rPr>
              <a:t>users / pets / journal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5008" y="1956816"/>
            <a:ext cx="2048256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8" name="Rectangle 17"/>
          <p:cNvSpPr/>
          <p:nvPr/>
        </p:nvSpPr>
        <p:spPr>
          <a:xfrm>
            <a:off x="8065008" y="1956816"/>
            <a:ext cx="2048256" cy="73152"/>
          </a:xfrm>
          <a:prstGeom prst="rect">
            <a:avLst/>
          </a:prstGeom>
          <a:solidFill>
            <a:srgbClr val="1C9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9" name="TextBox 18"/>
          <p:cNvSpPr txBox="1"/>
          <p:nvPr/>
        </p:nvSpPr>
        <p:spPr>
          <a:xfrm>
            <a:off x="8174736" y="2119800"/>
            <a:ext cx="1828800" cy="332399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b="1">
                <a:solidFill>
                  <a:srgbClr val="17283D"/>
                </a:solidFill>
                <a:latin typeface="Aptos"/>
              </a:rPr>
              <a:t>EJS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74736" y="2548566"/>
            <a:ext cx="1828800" cy="224677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8788D"/>
                </a:solidFill>
                <a:latin typeface="Aptos"/>
              </a:rPr>
              <a:t>Server-rendered pages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788920" y="2514600"/>
            <a:ext cx="301752" cy="0"/>
          </a:xfrm>
          <a:prstGeom prst="line">
            <a:avLst/>
          </a:prstGeom>
          <a:ln w="25400">
            <a:solidFill>
              <a:srgbClr val="16A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239512" y="2514600"/>
            <a:ext cx="301752" cy="0"/>
          </a:xfrm>
          <a:prstGeom prst="line">
            <a:avLst/>
          </a:prstGeom>
          <a:ln w="25400">
            <a:solidFill>
              <a:srgbClr val="16A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690104" y="2514600"/>
            <a:ext cx="301752" cy="0"/>
          </a:xfrm>
          <a:prstGeom prst="line">
            <a:avLst/>
          </a:prstGeom>
          <a:ln w="25400">
            <a:solidFill>
              <a:srgbClr val="16A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13232" y="3566160"/>
            <a:ext cx="3438144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5" name="Rounded Rectangle 24"/>
          <p:cNvSpPr/>
          <p:nvPr/>
        </p:nvSpPr>
        <p:spPr>
          <a:xfrm>
            <a:off x="868680" y="3749039"/>
            <a:ext cx="64008" cy="987552"/>
          </a:xfrm>
          <a:prstGeom prst="roundRect">
            <a:avLst/>
          </a:prstGeom>
          <a:solidFill>
            <a:srgbClr val="3D7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6" name="TextBox 25"/>
          <p:cNvSpPr txBox="1"/>
          <p:nvPr/>
        </p:nvSpPr>
        <p:spPr>
          <a:xfrm>
            <a:off x="1060704" y="3738288"/>
            <a:ext cx="2926079" cy="332399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b="1">
                <a:solidFill>
                  <a:srgbClr val="17283D"/>
                </a:solidFill>
                <a:latin typeface="Aptos"/>
              </a:rPr>
              <a:t>Session + flash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" y="4142232"/>
            <a:ext cx="2926079" cy="4247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8788D"/>
                </a:solidFill>
                <a:latin typeface="Aptos"/>
              </a:rPr>
              <a:t>Session stores login state; flash displays login/signup feedback.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9120" y="3566160"/>
            <a:ext cx="3438144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9" name="Rounded Rectangle 28"/>
          <p:cNvSpPr/>
          <p:nvPr/>
        </p:nvSpPr>
        <p:spPr>
          <a:xfrm>
            <a:off x="4544568" y="3749039"/>
            <a:ext cx="64008" cy="987552"/>
          </a:xfrm>
          <a:prstGeom prst="roundRect">
            <a:avLst/>
          </a:prstGeom>
          <a:solidFill>
            <a:srgbClr val="16A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0" name="TextBox 29"/>
          <p:cNvSpPr txBox="1"/>
          <p:nvPr/>
        </p:nvSpPr>
        <p:spPr>
          <a:xfrm>
            <a:off x="4736592" y="3738288"/>
            <a:ext cx="2926079" cy="332399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b="1">
                <a:solidFill>
                  <a:srgbClr val="17283D"/>
                </a:solidFill>
                <a:latin typeface="Aptos"/>
              </a:rPr>
              <a:t>Multer uploads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36592" y="4142232"/>
            <a:ext cx="2926079" cy="4247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8788D"/>
                </a:solidFill>
                <a:latin typeface="Aptos"/>
              </a:rPr>
              <a:t>Pet images are saved under public/images; DB keeps the filename.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65008" y="3566160"/>
            <a:ext cx="3438144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3" name="Rounded Rectangle 32"/>
          <p:cNvSpPr/>
          <p:nvPr/>
        </p:nvSpPr>
        <p:spPr>
          <a:xfrm>
            <a:off x="8220456" y="3749039"/>
            <a:ext cx="64008" cy="987552"/>
          </a:xfrm>
          <a:prstGeom prst="roundRect">
            <a:avLst/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4" name="TextBox 33"/>
          <p:cNvSpPr txBox="1"/>
          <p:nvPr/>
        </p:nvSpPr>
        <p:spPr>
          <a:xfrm>
            <a:off x="8412480" y="3738288"/>
            <a:ext cx="2926079" cy="332399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b="1">
                <a:solidFill>
                  <a:srgbClr val="17283D"/>
                </a:solidFill>
                <a:latin typeface="Aptos"/>
              </a:rPr>
              <a:t>Admin routes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4142232"/>
            <a:ext cx="2926079" cy="4247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8788D"/>
                </a:solidFill>
                <a:latin typeface="Aptos"/>
              </a:rPr>
              <a:t>Role-check dashboard and users; inspect user pets and journals.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5330952"/>
            <a:ext cx="10753344" cy="585216"/>
          </a:xfrm>
          <a:prstGeom prst="roundRect">
            <a:avLst/>
          </a:prstGeom>
          <a:solidFill>
            <a:srgbClr val="FFF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7" name="TextBox 36"/>
          <p:cNvSpPr txBox="1"/>
          <p:nvPr/>
        </p:nvSpPr>
        <p:spPr>
          <a:xfrm>
            <a:off x="932688" y="5392907"/>
            <a:ext cx="10332720" cy="4247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865B14"/>
                </a:solidFill>
                <a:latin typeface="Aptos"/>
              </a:rPr>
              <a:t>Good next steps: move secrets to environment config, strengthen password hashing, add CSRF protection, and use transactions for multi-step signup.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562686A-C255-5695-6030-7C60FD799C4B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894946" y="1758950"/>
            <a:ext cx="4750889" cy="4489450"/>
          </a:xfrm>
        </p:spPr>
        <p:txBody>
          <a:bodyPr/>
          <a:lstStyle/>
          <a:p>
            <a:r>
              <a:rPr lang="en-SG" b="1" dirty="0"/>
              <a:t>app.js </a:t>
            </a:r>
            <a:r>
              <a:rPr lang="en-SG" dirty="0"/>
              <a:t>is a single-file Express server for the Pet Care Journal System. </a:t>
            </a:r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7CC51B7-8B7F-809F-04E4-6072B1810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65" y="785814"/>
            <a:ext cx="10531410" cy="623667"/>
          </a:xfrm>
        </p:spPr>
        <p:txBody>
          <a:bodyPr anchor="ctr">
            <a:normAutofit/>
          </a:bodyPr>
          <a:lstStyle/>
          <a:p>
            <a:r>
              <a:rPr lang="en-SG" dirty="0"/>
              <a:t>app.js </a:t>
            </a:r>
          </a:p>
        </p:txBody>
      </p:sp>
      <p:graphicFrame>
        <p:nvGraphicFramePr>
          <p:cNvPr id="5" name="Text Placeholder 1">
            <a:extLst>
              <a:ext uri="{FF2B5EF4-FFF2-40B4-BE49-F238E27FC236}">
                <a16:creationId xmlns:a16="http://schemas.microsoft.com/office/drawing/2014/main" id="{8A19DB91-B3E1-4817-D4C5-C56C73A8FF1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699532"/>
              </p:ext>
            </p:extLst>
          </p:nvPr>
        </p:nvGraphicFramePr>
        <p:xfrm>
          <a:off x="546165" y="1457753"/>
          <a:ext cx="6120245" cy="51887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" name="Picture 3" descr="Cat Loading GIFs | Tenor">
            <a:extLst>
              <a:ext uri="{FF2B5EF4-FFF2-40B4-BE49-F238E27FC236}">
                <a16:creationId xmlns:a16="http://schemas.microsoft.com/office/drawing/2014/main" id="{68E9D141-3901-6B96-5866-4E3098E014D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2640" y="3437331"/>
            <a:ext cx="2095500" cy="2095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C196BDD-1459-ECA9-56DB-1DD5D9EC1F52}"/>
              </a:ext>
            </a:extLst>
          </p:cNvPr>
          <p:cNvSpPr txBox="1"/>
          <p:nvPr/>
        </p:nvSpPr>
        <p:spPr>
          <a:xfrm>
            <a:off x="8222640" y="5532831"/>
            <a:ext cx="20955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050" dirty="0">
                <a:solidFill>
                  <a:schemeClr val="bg2">
                    <a:lumMod val="75000"/>
                  </a:schemeClr>
                </a:solidFill>
              </a:rPr>
              <a:t>https://tenor.com/view/cat-cat-meme-cat-memes-meme-loading-gif-11112458141014207448</a:t>
            </a:r>
          </a:p>
        </p:txBody>
      </p:sp>
    </p:spTree>
    <p:extLst>
      <p:ext uri="{BB962C8B-B14F-4D97-AF65-F5344CB8AC3E}">
        <p14:creationId xmlns:p14="http://schemas.microsoft.com/office/powerpoint/2010/main" val="23092167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AE62E69A-3AFE-6EFC-8763-659FA34681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1435" y="1442588"/>
            <a:ext cx="1865521" cy="52257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CEF79A0-8D8B-1CCC-FF86-FD1F7554C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 err="1"/>
              <a:t>PetCareApp</a:t>
            </a:r>
            <a:r>
              <a:rPr lang="en-SG" dirty="0"/>
              <a:t> Project Folder Structure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43C3A2-D0E8-3975-DEEE-E6954D591E2E}"/>
              </a:ext>
            </a:extLst>
          </p:cNvPr>
          <p:cNvSpPr/>
          <p:nvPr/>
        </p:nvSpPr>
        <p:spPr>
          <a:xfrm>
            <a:off x="5296130" y="1419281"/>
            <a:ext cx="941385" cy="2518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E12B41-D79C-0F5A-6F64-4F11EB3EC285}"/>
              </a:ext>
            </a:extLst>
          </p:cNvPr>
          <p:cNvSpPr txBox="1"/>
          <p:nvPr/>
        </p:nvSpPr>
        <p:spPr>
          <a:xfrm>
            <a:off x="2586913" y="1573630"/>
            <a:ext cx="1075230" cy="2769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SG" sz="1200" dirty="0"/>
              <a:t>Project folder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C17BDC4-52C5-E02F-EB31-195618ADBAEF}"/>
              </a:ext>
            </a:extLst>
          </p:cNvPr>
          <p:cNvCxnSpPr>
            <a:cxnSpLocks/>
            <a:stCxn id="7" idx="3"/>
            <a:endCxn id="6" idx="1"/>
          </p:cNvCxnSpPr>
          <p:nvPr/>
        </p:nvCxnSpPr>
        <p:spPr>
          <a:xfrm flipV="1">
            <a:off x="3662143" y="1545225"/>
            <a:ext cx="1633986" cy="1669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4D17F49F-2629-19A5-989A-36A3FB0E6BAC}"/>
              </a:ext>
            </a:extLst>
          </p:cNvPr>
          <p:cNvSpPr/>
          <p:nvPr/>
        </p:nvSpPr>
        <p:spPr>
          <a:xfrm>
            <a:off x="5296130" y="1694030"/>
            <a:ext cx="1142429" cy="2243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4FF27EB-9730-1A76-E559-286332D792EB}"/>
              </a:ext>
            </a:extLst>
          </p:cNvPr>
          <p:cNvSpPr txBox="1"/>
          <p:nvPr/>
        </p:nvSpPr>
        <p:spPr>
          <a:xfrm>
            <a:off x="2102264" y="2172830"/>
            <a:ext cx="2044529" cy="6463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SG" sz="1200" dirty="0"/>
              <a:t>Dependencies(external libraries or packages) will be installed here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B070BFB-652F-DCFE-385E-51867A406819}"/>
              </a:ext>
            </a:extLst>
          </p:cNvPr>
          <p:cNvCxnSpPr>
            <a:cxnSpLocks/>
            <a:stCxn id="13" idx="3"/>
            <a:endCxn id="12" idx="1"/>
          </p:cNvCxnSpPr>
          <p:nvPr/>
        </p:nvCxnSpPr>
        <p:spPr>
          <a:xfrm flipV="1">
            <a:off x="4146793" y="1806183"/>
            <a:ext cx="1149337" cy="6898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77585787-5CAD-80FE-F209-CBABC20E6D83}"/>
              </a:ext>
            </a:extLst>
          </p:cNvPr>
          <p:cNvSpPr/>
          <p:nvPr/>
        </p:nvSpPr>
        <p:spPr>
          <a:xfrm>
            <a:off x="5296129" y="1944455"/>
            <a:ext cx="601752" cy="2457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1869358-82C6-9523-D3E3-460B8EF2D27D}"/>
              </a:ext>
            </a:extLst>
          </p:cNvPr>
          <p:cNvSpPr txBox="1"/>
          <p:nvPr/>
        </p:nvSpPr>
        <p:spPr>
          <a:xfrm>
            <a:off x="7563917" y="1575351"/>
            <a:ext cx="2604381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SG" sz="1200" dirty="0"/>
              <a:t>Assets such as images, </a:t>
            </a:r>
            <a:r>
              <a:rPr lang="en-SG" sz="1200" dirty="0" err="1"/>
              <a:t>javascript</a:t>
            </a:r>
            <a:r>
              <a:rPr lang="en-SG" sz="1200" dirty="0"/>
              <a:t>, </a:t>
            </a:r>
            <a:r>
              <a:rPr lang="en-SG" sz="1200" dirty="0" err="1"/>
              <a:t>css</a:t>
            </a:r>
            <a:r>
              <a:rPr lang="en-SG" sz="1200" dirty="0"/>
              <a:t> should be stored here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EC6868D-14A6-8020-CCB1-8340486BDD59}"/>
              </a:ext>
            </a:extLst>
          </p:cNvPr>
          <p:cNvCxnSpPr>
            <a:cxnSpLocks/>
            <a:stCxn id="18" idx="1"/>
            <a:endCxn id="17" idx="3"/>
          </p:cNvCxnSpPr>
          <p:nvPr/>
        </p:nvCxnSpPr>
        <p:spPr>
          <a:xfrm flipH="1">
            <a:off x="5897882" y="1806184"/>
            <a:ext cx="1666035" cy="2611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8795F946-85AE-F51B-0062-5F301162746C}"/>
              </a:ext>
            </a:extLst>
          </p:cNvPr>
          <p:cNvSpPr/>
          <p:nvPr/>
        </p:nvSpPr>
        <p:spPr>
          <a:xfrm>
            <a:off x="5296130" y="2231218"/>
            <a:ext cx="1445966" cy="31638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38E1D44-D7F6-970D-DD09-C5757DC15A77}"/>
              </a:ext>
            </a:extLst>
          </p:cNvPr>
          <p:cNvSpPr txBox="1"/>
          <p:nvPr/>
        </p:nvSpPr>
        <p:spPr>
          <a:xfrm>
            <a:off x="7735763" y="3004050"/>
            <a:ext cx="2604381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SG" sz="1200" dirty="0"/>
              <a:t>EJS files that contain HTML and embedded JavaScript in this folder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AB007-3155-2FC9-47A4-E9D042560BE4}"/>
              </a:ext>
            </a:extLst>
          </p:cNvPr>
          <p:cNvCxnSpPr>
            <a:cxnSpLocks/>
            <a:stCxn id="24" idx="1"/>
            <a:endCxn id="23" idx="3"/>
          </p:cNvCxnSpPr>
          <p:nvPr/>
        </p:nvCxnSpPr>
        <p:spPr>
          <a:xfrm flipH="1">
            <a:off x="6742096" y="3234883"/>
            <a:ext cx="993666" cy="5782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A728A58E-C396-8D83-4E09-EB9CF55DBB6B}"/>
              </a:ext>
            </a:extLst>
          </p:cNvPr>
          <p:cNvSpPr/>
          <p:nvPr/>
        </p:nvSpPr>
        <p:spPr>
          <a:xfrm>
            <a:off x="5296129" y="5668752"/>
            <a:ext cx="601752" cy="2228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0A6403B-3E7C-29C5-1998-9E4891C154CF}"/>
              </a:ext>
            </a:extLst>
          </p:cNvPr>
          <p:cNvSpPr txBox="1"/>
          <p:nvPr/>
        </p:nvSpPr>
        <p:spPr>
          <a:xfrm>
            <a:off x="1857435" y="4504291"/>
            <a:ext cx="2478024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SG" sz="1200" dirty="0"/>
              <a:t>Entry point for the project to run, also contains business logic*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AA987A3-71B6-B0D2-5797-72A8FFC10E3D}"/>
              </a:ext>
            </a:extLst>
          </p:cNvPr>
          <p:cNvCxnSpPr>
            <a:cxnSpLocks/>
            <a:stCxn id="32" idx="3"/>
            <a:endCxn id="31" idx="1"/>
          </p:cNvCxnSpPr>
          <p:nvPr/>
        </p:nvCxnSpPr>
        <p:spPr>
          <a:xfrm>
            <a:off x="4335459" y="4735124"/>
            <a:ext cx="960670" cy="10450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A55A8B51-849E-3672-2A78-7969879D553B}"/>
              </a:ext>
            </a:extLst>
          </p:cNvPr>
          <p:cNvSpPr/>
          <p:nvPr/>
        </p:nvSpPr>
        <p:spPr>
          <a:xfrm>
            <a:off x="5294636" y="6429462"/>
            <a:ext cx="1029965" cy="1858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73CFCFF-D3EC-26E4-D711-A6654A75A9E1}"/>
              </a:ext>
            </a:extLst>
          </p:cNvPr>
          <p:cNvSpPr txBox="1"/>
          <p:nvPr/>
        </p:nvSpPr>
        <p:spPr>
          <a:xfrm>
            <a:off x="1885515" y="5749822"/>
            <a:ext cx="2478024" cy="8309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SG" sz="1200" dirty="0"/>
              <a:t>Contains meta data about the project(e.g. project name, description), dependencies required by the project, etc.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514C241-0279-A1C3-619F-BAC07E1C6D76}"/>
              </a:ext>
            </a:extLst>
          </p:cNvPr>
          <p:cNvCxnSpPr>
            <a:cxnSpLocks/>
            <a:stCxn id="39" idx="3"/>
            <a:endCxn id="38" idx="1"/>
          </p:cNvCxnSpPr>
          <p:nvPr/>
        </p:nvCxnSpPr>
        <p:spPr>
          <a:xfrm>
            <a:off x="4363539" y="6165320"/>
            <a:ext cx="931096" cy="3570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DBEDDA3B-E042-0A99-853D-CB03CB3E4B83}"/>
              </a:ext>
            </a:extLst>
          </p:cNvPr>
          <p:cNvSpPr/>
          <p:nvPr/>
        </p:nvSpPr>
        <p:spPr>
          <a:xfrm>
            <a:off x="5294635" y="6165320"/>
            <a:ext cx="1368750" cy="2228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75088EC-3E3D-E936-D774-75915F087620}"/>
              </a:ext>
            </a:extLst>
          </p:cNvPr>
          <p:cNvSpPr txBox="1"/>
          <p:nvPr/>
        </p:nvSpPr>
        <p:spPr>
          <a:xfrm>
            <a:off x="7752931" y="5697527"/>
            <a:ext cx="2604381" cy="6463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SG" sz="1200" dirty="0"/>
              <a:t>Automatically generated when you run </a:t>
            </a:r>
            <a:r>
              <a:rPr lang="en-SG" sz="1200" dirty="0" err="1"/>
              <a:t>npm</a:t>
            </a:r>
            <a:r>
              <a:rPr lang="en-SG" sz="1200" dirty="0"/>
              <a:t> install for the first time. Locks the version of the packages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A102D1CB-C62C-71AE-3247-2051F7AB9072}"/>
              </a:ext>
            </a:extLst>
          </p:cNvPr>
          <p:cNvCxnSpPr>
            <a:cxnSpLocks/>
            <a:stCxn id="42" idx="1"/>
            <a:endCxn id="41" idx="3"/>
          </p:cNvCxnSpPr>
          <p:nvPr/>
        </p:nvCxnSpPr>
        <p:spPr>
          <a:xfrm flipH="1">
            <a:off x="6663386" y="6020692"/>
            <a:ext cx="1089545" cy="2560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3" name="Rectangle 62">
            <a:extLst>
              <a:ext uri="{FF2B5EF4-FFF2-40B4-BE49-F238E27FC236}">
                <a16:creationId xmlns:a16="http://schemas.microsoft.com/office/drawing/2014/main" id="{67C9F2EE-A262-05B7-4133-51599413D37F}"/>
              </a:ext>
            </a:extLst>
          </p:cNvPr>
          <p:cNvSpPr/>
          <p:nvPr/>
        </p:nvSpPr>
        <p:spPr>
          <a:xfrm>
            <a:off x="5294635" y="5418926"/>
            <a:ext cx="1368750" cy="19140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55FB508-8710-661C-717C-CD0D73343D5D}"/>
              </a:ext>
            </a:extLst>
          </p:cNvPr>
          <p:cNvSpPr txBox="1"/>
          <p:nvPr/>
        </p:nvSpPr>
        <p:spPr>
          <a:xfrm>
            <a:off x="7900905" y="4540597"/>
            <a:ext cx="2308431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F</a:t>
            </a:r>
            <a:r>
              <a:rPr lang="en-SG" sz="1200" dirty="0" err="1"/>
              <a:t>iles</a:t>
            </a:r>
            <a:r>
              <a:rPr lang="en-SG" sz="1200" dirty="0"/>
              <a:t> to be ignored when pushing to git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E0C54A3A-B22F-090D-9ED8-D60D435D9CCF}"/>
              </a:ext>
            </a:extLst>
          </p:cNvPr>
          <p:cNvCxnSpPr>
            <a:cxnSpLocks/>
            <a:stCxn id="64" idx="1"/>
            <a:endCxn id="63" idx="3"/>
          </p:cNvCxnSpPr>
          <p:nvPr/>
        </p:nvCxnSpPr>
        <p:spPr>
          <a:xfrm flipH="1">
            <a:off x="6663386" y="4771429"/>
            <a:ext cx="1237519" cy="7431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80443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79D00332-B645-2A0B-86CC-292FB143B7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9456" y="4810643"/>
            <a:ext cx="4135099" cy="176147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C3CF583-7AE8-0474-9888-2E5F41F1A1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8586" y="1026422"/>
            <a:ext cx="3759393" cy="373399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280669B-FBB9-7C8B-422E-B4360DC671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8948" y="1349076"/>
            <a:ext cx="4826248" cy="394990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048780F-A9CD-1F33-5327-FC85FACE2E97}"/>
              </a:ext>
            </a:extLst>
          </p:cNvPr>
          <p:cNvSpPr txBox="1"/>
          <p:nvPr/>
        </p:nvSpPr>
        <p:spPr>
          <a:xfrm>
            <a:off x="7958282" y="6110455"/>
            <a:ext cx="1957459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SG" sz="1400" b="1" dirty="0" err="1"/>
              <a:t>adminUserDetails.ejs</a:t>
            </a:r>
            <a:endParaRPr lang="en-SG" sz="1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8C0639-5F3B-2EB4-0873-ECDAC410DCDA}"/>
              </a:ext>
            </a:extLst>
          </p:cNvPr>
          <p:cNvSpPr txBox="1"/>
          <p:nvPr/>
        </p:nvSpPr>
        <p:spPr>
          <a:xfrm>
            <a:off x="9083114" y="4298750"/>
            <a:ext cx="681597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SG" sz="1400" b="1" dirty="0"/>
              <a:t>app.js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BB6148-4DF6-C705-DBF8-724CCF28D71D}"/>
              </a:ext>
            </a:extLst>
          </p:cNvPr>
          <p:cNvSpPr txBox="1"/>
          <p:nvPr/>
        </p:nvSpPr>
        <p:spPr>
          <a:xfrm>
            <a:off x="418948" y="1001488"/>
            <a:ext cx="4909293" cy="27699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SG" sz="1200" dirty="0"/>
              <a:t>1. User  clicks on a link or enters </a:t>
            </a:r>
            <a:r>
              <a:rPr lang="en-SG" sz="1200" dirty="0" err="1"/>
              <a:t>url</a:t>
            </a:r>
            <a:r>
              <a:rPr lang="en-SG" sz="1200" dirty="0"/>
              <a:t> into web browser to make a request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5A0B0C-BA0B-F60D-5E3E-EBFE19C13640}"/>
              </a:ext>
            </a:extLst>
          </p:cNvPr>
          <p:cNvSpPr/>
          <p:nvPr/>
        </p:nvSpPr>
        <p:spPr>
          <a:xfrm>
            <a:off x="1252338" y="1508202"/>
            <a:ext cx="1490472" cy="30175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9E5EA9-6275-8002-71C0-49F250683BE6}"/>
              </a:ext>
            </a:extLst>
          </p:cNvPr>
          <p:cNvSpPr txBox="1"/>
          <p:nvPr/>
        </p:nvSpPr>
        <p:spPr>
          <a:xfrm>
            <a:off x="6096000" y="479199"/>
            <a:ext cx="3963149" cy="461665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SG" sz="1200" dirty="0"/>
              <a:t>2. In app.js, Express identifies the route handler that matches the request’s HTTP method and URL path.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FE9F9C-615A-90FB-8448-20B8B90B0E83}"/>
              </a:ext>
            </a:extLst>
          </p:cNvPr>
          <p:cNvSpPr/>
          <p:nvPr/>
        </p:nvSpPr>
        <p:spPr>
          <a:xfrm>
            <a:off x="6460104" y="1001488"/>
            <a:ext cx="942975" cy="130771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126E81-B21C-B499-CCDB-37EFF205B5F1}"/>
              </a:ext>
            </a:extLst>
          </p:cNvPr>
          <p:cNvSpPr/>
          <p:nvPr/>
        </p:nvSpPr>
        <p:spPr>
          <a:xfrm>
            <a:off x="6460103" y="3480429"/>
            <a:ext cx="1498178" cy="698104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71DCAC2-2BF7-E2EA-1CF5-04C09963F6E9}"/>
              </a:ext>
            </a:extLst>
          </p:cNvPr>
          <p:cNvSpPr/>
          <p:nvPr/>
        </p:nvSpPr>
        <p:spPr>
          <a:xfrm>
            <a:off x="6189662" y="1147670"/>
            <a:ext cx="1556317" cy="130771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9EFB71-6BB8-46F0-DB59-3A991DD5AC40}"/>
              </a:ext>
            </a:extLst>
          </p:cNvPr>
          <p:cNvSpPr txBox="1"/>
          <p:nvPr/>
        </p:nvSpPr>
        <p:spPr>
          <a:xfrm>
            <a:off x="592111" y="5365812"/>
            <a:ext cx="3907702" cy="461665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en-SG" sz="1200" dirty="0"/>
              <a:t>3. The id is extracted from the URL and the data is retrieved from the database to be processed.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6868D0-9669-A91A-41FF-7B236A4BD205}"/>
              </a:ext>
            </a:extLst>
          </p:cNvPr>
          <p:cNvSpPr txBox="1"/>
          <p:nvPr/>
        </p:nvSpPr>
        <p:spPr>
          <a:xfrm>
            <a:off x="592111" y="5915369"/>
            <a:ext cx="3907702" cy="461665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SG" sz="1200" dirty="0"/>
              <a:t>4. The handler passes the retrieved data to </a:t>
            </a:r>
            <a:r>
              <a:rPr lang="en-SG" sz="1200" dirty="0" err="1"/>
              <a:t>adminUserDetails.ejs</a:t>
            </a:r>
            <a:endParaRPr lang="en-SG" sz="1200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44C5DEF4-929D-5079-5531-496C5A08E880}"/>
              </a:ext>
            </a:extLst>
          </p:cNvPr>
          <p:cNvSpPr txBox="1">
            <a:spLocks/>
          </p:cNvSpPr>
          <p:nvPr/>
        </p:nvSpPr>
        <p:spPr>
          <a:xfrm>
            <a:off x="1879744" y="353111"/>
            <a:ext cx="4034297" cy="604593"/>
          </a:xfrm>
          <a:prstGeom prst="rect">
            <a:avLst/>
          </a:prstGeom>
        </p:spPr>
        <p:txBody>
          <a:bodyPr/>
          <a:lstStyle>
            <a:lvl1pPr algn="l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endParaRPr lang="en-SG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B815475-B999-44EC-3331-71D03263ED7F}"/>
              </a:ext>
            </a:extLst>
          </p:cNvPr>
          <p:cNvSpPr/>
          <p:nvPr/>
        </p:nvSpPr>
        <p:spPr>
          <a:xfrm>
            <a:off x="5747416" y="4760413"/>
            <a:ext cx="4311733" cy="192994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F17D2E2-735B-2164-7D0F-CF0EF527EE04}"/>
              </a:ext>
            </a:extLst>
          </p:cNvPr>
          <p:cNvCxnSpPr>
            <a:cxnSpLocks/>
            <a:stCxn id="17" idx="1"/>
          </p:cNvCxnSpPr>
          <p:nvPr/>
        </p:nvCxnSpPr>
        <p:spPr>
          <a:xfrm flipH="1" flipV="1">
            <a:off x="4759960" y="5126853"/>
            <a:ext cx="987456" cy="59853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5" name="Title 14">
            <a:extLst>
              <a:ext uri="{FF2B5EF4-FFF2-40B4-BE49-F238E27FC236}">
                <a16:creationId xmlns:a16="http://schemas.microsoft.com/office/drawing/2014/main" id="{BF94D0CE-7DC8-0ABB-1007-96FDD0F1E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004" y="359150"/>
            <a:ext cx="6966429" cy="623667"/>
          </a:xfrm>
        </p:spPr>
        <p:txBody>
          <a:bodyPr>
            <a:normAutofit/>
          </a:bodyPr>
          <a:lstStyle/>
          <a:p>
            <a:r>
              <a:rPr lang="en-SG" dirty="0"/>
              <a:t>How it works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9973399-FBEB-A73A-0929-6E6957A7D083}"/>
              </a:ext>
            </a:extLst>
          </p:cNvPr>
          <p:cNvSpPr/>
          <p:nvPr/>
        </p:nvSpPr>
        <p:spPr>
          <a:xfrm>
            <a:off x="6189662" y="1328668"/>
            <a:ext cx="3648317" cy="2101533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014434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03DD839-189C-E115-C55C-D522A107A0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Given the page shown, trace the request.</a:t>
            </a:r>
            <a:endParaRPr lang="en-SG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5FE9397-0CE2-E409-552A-983C6F2E3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4</a:t>
            </a:r>
            <a:endParaRPr lang="en-SG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9070DCB-F2DD-7CEC-EF0E-3F64673642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2469206"/>
              </p:ext>
            </p:extLst>
          </p:nvPr>
        </p:nvGraphicFramePr>
        <p:xfrm>
          <a:off x="6494318" y="2041228"/>
          <a:ext cx="5330536" cy="3950209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04775">
                  <a:extLst>
                    <a:ext uri="{9D8B030D-6E8A-4147-A177-3AD203B41FA5}">
                      <a16:colId xmlns:a16="http://schemas.microsoft.com/office/drawing/2014/main" val="1672549335"/>
                    </a:ext>
                  </a:extLst>
                </a:gridCol>
                <a:gridCol w="2548916">
                  <a:extLst>
                    <a:ext uri="{9D8B030D-6E8A-4147-A177-3AD203B41FA5}">
                      <a16:colId xmlns:a16="http://schemas.microsoft.com/office/drawing/2014/main" val="4114191099"/>
                    </a:ext>
                  </a:extLst>
                </a:gridCol>
                <a:gridCol w="1776845">
                  <a:extLst>
                    <a:ext uri="{9D8B030D-6E8A-4147-A177-3AD203B41FA5}">
                      <a16:colId xmlns:a16="http://schemas.microsoft.com/office/drawing/2014/main" val="18077479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Step</a:t>
                      </a:r>
                      <a:endParaRPr lang="en-SG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Question</a:t>
                      </a:r>
                      <a:endParaRPr lang="en-SG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Answer</a:t>
                      </a:r>
                      <a:endParaRPr lang="en-SG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3003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SG" sz="1200" b="0" kern="1200" dirty="0">
                          <a:solidFill>
                            <a:schemeClr val="dk1"/>
                          </a:solidFill>
                          <a:effectLst/>
                        </a:rPr>
                        <a:t>Browser </a:t>
                      </a:r>
                      <a:r>
                        <a:rPr lang="en-SG" sz="1200" b="0" dirty="0">
                          <a:solidFill>
                            <a:srgbClr val="242424"/>
                          </a:solidFill>
                          <a:effectLst/>
                        </a:rPr>
                        <a:t> action</a:t>
                      </a:r>
                      <a:endParaRPr lang="en-SG" sz="1200" b="0" i="0" dirty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50800" marT="50800" marB="44450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19048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SG" sz="1200" b="0" dirty="0">
                          <a:solidFill>
                            <a:srgbClr val="242424"/>
                          </a:solidFill>
                          <a:effectLst/>
                        </a:rPr>
                        <a:t>Which link did you click? What URL was requested?</a:t>
                      </a:r>
                      <a:endParaRPr lang="en-SG" sz="1200" b="0" i="0" dirty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50800" marT="50800" marB="4445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Clicked the “View” link on a pet. URL requested: /pets/3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65643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SG" sz="1200" b="0" dirty="0">
                          <a:solidFill>
                            <a:srgbClr val="242424"/>
                          </a:solidFill>
                          <a:effectLst/>
                        </a:rPr>
                        <a:t>Route handler</a:t>
                      </a:r>
                      <a:endParaRPr lang="en-SG" sz="1200" b="0" i="0" dirty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50800" marT="50800" marB="44450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19048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SG" sz="1200" b="0" dirty="0">
                          <a:solidFill>
                            <a:srgbClr val="242424"/>
                          </a:solidFill>
                          <a:effectLst/>
                        </a:rPr>
                        <a:t>What HTTP method and route pattern handle this request?</a:t>
                      </a:r>
                      <a:endParaRPr lang="en-SG" sz="1200" b="0" i="0" dirty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50800" marT="50800" marB="4445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GET, route pattern /pets/:id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204594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SG" sz="1200" b="0" dirty="0">
                          <a:solidFill>
                            <a:srgbClr val="242424"/>
                          </a:solidFill>
                          <a:effectLst/>
                        </a:rPr>
                        <a:t> Input</a:t>
                      </a:r>
                      <a:endParaRPr lang="en-SG" sz="1200" b="0" i="0" dirty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50800" marT="50800" marB="44450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19048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SG" sz="1200" b="0" dirty="0">
                          <a:solidFill>
                            <a:srgbClr val="242424"/>
                          </a:solidFill>
                          <a:effectLst/>
                        </a:rPr>
                        <a:t>What value does the handler read, and where does it come from—for example, </a:t>
                      </a:r>
                      <a:r>
                        <a:rPr lang="en-SG" sz="1200" b="0" dirty="0" err="1">
                          <a:solidFill>
                            <a:srgbClr val="242424"/>
                          </a:solidFill>
                          <a:effectLst/>
                        </a:rPr>
                        <a:t>req.params</a:t>
                      </a:r>
                      <a:r>
                        <a:rPr lang="en-SG" sz="1200" b="0" dirty="0">
                          <a:solidFill>
                            <a:srgbClr val="242424"/>
                          </a:solidFill>
                          <a:effectLst/>
                        </a:rPr>
                        <a:t>?</a:t>
                      </a:r>
                      <a:endParaRPr lang="en-SG" sz="1200" b="0" i="0" dirty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50800" marT="50800" marB="4445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The pet id, read from the URL with req.params.id (value “3”)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500913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SG" sz="1200" b="0" dirty="0">
                          <a:solidFill>
                            <a:srgbClr val="242424"/>
                          </a:solidFill>
                          <a:effectLst/>
                        </a:rPr>
                        <a:t> Database operation</a:t>
                      </a:r>
                      <a:endParaRPr lang="en-SG" sz="1200" b="0" i="0" dirty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50800" marT="50800" marB="44450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19048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SG" sz="1200" b="0">
                          <a:solidFill>
                            <a:srgbClr val="242424"/>
                          </a:solidFill>
                          <a:effectLst/>
                        </a:rPr>
                        <a:t>Which SQL query runs? Which table and record does it access?</a:t>
                      </a:r>
                      <a:endParaRPr lang="en-SG" sz="1200" b="0" i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50800" marT="50800" marB="4445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SELECT * FROM pets WHERE </a:t>
                      </a:r>
                      <a:r>
                        <a:rPr lang="en-SG" sz="1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petId</a:t>
                      </a:r>
                      <a:r>
                        <a:rPr lang="en-SG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= ? with [id]. Table: pets, record: the row where </a:t>
                      </a:r>
                      <a:r>
                        <a:rPr lang="en-SG" sz="1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petId</a:t>
                      </a:r>
                      <a:r>
                        <a:rPr lang="en-SG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is 3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067444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SG" sz="1200" b="0" dirty="0">
                          <a:solidFill>
                            <a:srgbClr val="242424"/>
                          </a:solidFill>
                          <a:effectLst/>
                        </a:rPr>
                        <a:t>View</a:t>
                      </a:r>
                      <a:endParaRPr lang="en-SG" sz="1200" b="0" i="0" dirty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50800" marT="50800" marB="44450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19048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SG" sz="1200" b="0">
                          <a:solidFill>
                            <a:srgbClr val="242424"/>
                          </a:solidFill>
                          <a:effectLst/>
                        </a:rPr>
                        <a:t>Which EJS template is rendered? What data is passed into it?</a:t>
                      </a:r>
                      <a:endParaRPr lang="en-SG" sz="1200" b="0" i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50800" marT="50800" marB="4445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pet.ejs</a:t>
                      </a:r>
                      <a:r>
                        <a:rPr lang="en-SG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with { pet: results[0] } passed in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583182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SG" sz="1200" b="0" dirty="0">
                          <a:solidFill>
                            <a:srgbClr val="242424"/>
                          </a:solidFill>
                          <a:effectLst/>
                        </a:rPr>
                        <a:t>Output</a:t>
                      </a:r>
                      <a:endParaRPr lang="en-SG" sz="1200" b="0" i="0" dirty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50800" marT="50800" marB="44450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19048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SG" sz="1200" b="0" dirty="0">
                          <a:solidFill>
                            <a:srgbClr val="242424"/>
                          </a:solidFill>
                          <a:effectLst/>
                        </a:rPr>
                        <a:t>Where does the template display that data?</a:t>
                      </a:r>
                      <a:endParaRPr lang="en-SG" sz="1200" b="0" i="0" dirty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50800" marT="50800" marB="381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Inside </a:t>
                      </a:r>
                      <a:r>
                        <a:rPr lang="en-SG" sz="1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pet.ejs</a:t>
                      </a:r>
                      <a:r>
                        <a:rPr lang="en-SG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where tags like &lt;%= </a:t>
                      </a:r>
                      <a:r>
                        <a:rPr lang="en-SG" sz="1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pet.petName</a:t>
                      </a:r>
                      <a:r>
                        <a:rPr lang="en-SG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%&gt; print the pet’s details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59279482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5FEFF6B9-C740-FA25-038E-40CED4A4A1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033" y="2055302"/>
            <a:ext cx="5411346" cy="401688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719458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0F305-5808-F2E7-84A4-6C5D6E9D6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25DF10C-6CB8-EA5A-B7F3-EA88AC99A0C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Given the page shown, trace the request.</a:t>
            </a:r>
            <a:endParaRPr lang="en-SG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16F7F61-D471-0816-E40C-D6C0F2C66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5</a:t>
            </a:r>
            <a:endParaRPr lang="en-SG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FB149D0-5442-ABDB-5A69-A12A5A9278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9358405"/>
              </p:ext>
            </p:extLst>
          </p:nvPr>
        </p:nvGraphicFramePr>
        <p:xfrm>
          <a:off x="5647173" y="432079"/>
          <a:ext cx="6283937" cy="6307935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94787">
                  <a:extLst>
                    <a:ext uri="{9D8B030D-6E8A-4147-A177-3AD203B41FA5}">
                      <a16:colId xmlns:a16="http://schemas.microsoft.com/office/drawing/2014/main" val="1672549335"/>
                    </a:ext>
                  </a:extLst>
                </a:gridCol>
                <a:gridCol w="1256044">
                  <a:extLst>
                    <a:ext uri="{9D8B030D-6E8A-4147-A177-3AD203B41FA5}">
                      <a16:colId xmlns:a16="http://schemas.microsoft.com/office/drawing/2014/main" val="4114191099"/>
                    </a:ext>
                  </a:extLst>
                </a:gridCol>
                <a:gridCol w="4033106">
                  <a:extLst>
                    <a:ext uri="{9D8B030D-6E8A-4147-A177-3AD203B41FA5}">
                      <a16:colId xmlns:a16="http://schemas.microsoft.com/office/drawing/2014/main" val="1807747995"/>
                    </a:ext>
                  </a:extLst>
                </a:gridCol>
              </a:tblGrid>
              <a:tr h="393318"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/>
                        <a:t>Step</a:t>
                      </a:r>
                      <a:endParaRPr lang="en-SG" sz="105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/>
                        <a:t>Question</a:t>
                      </a:r>
                      <a:endParaRPr lang="en-SG" sz="105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/>
                        <a:t>Answer</a:t>
                      </a:r>
                      <a:endParaRPr lang="en-SG" sz="105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300313"/>
                  </a:ext>
                </a:extLst>
              </a:tr>
              <a:tr h="634427"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SG" sz="1050" b="0" kern="1200" dirty="0">
                          <a:solidFill>
                            <a:schemeClr val="dk1"/>
                          </a:solidFill>
                          <a:effectLst/>
                        </a:rPr>
                        <a:t>Browser </a:t>
                      </a:r>
                      <a:r>
                        <a:rPr lang="en-SG" sz="1050" b="0" dirty="0">
                          <a:solidFill>
                            <a:srgbClr val="242424"/>
                          </a:solidFill>
                          <a:effectLst/>
                        </a:rPr>
                        <a:t> action</a:t>
                      </a:r>
                      <a:endParaRPr lang="en-SG" sz="1050" b="0" i="0" dirty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50800" marT="50800" marB="44450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SG" sz="1050" b="0" dirty="0">
                          <a:solidFill>
                            <a:srgbClr val="242424"/>
                          </a:solidFill>
                          <a:effectLst/>
                        </a:rPr>
                        <a:t>Which link did you click? What URL was requested?</a:t>
                      </a:r>
                      <a:endParaRPr lang="en-SG" sz="1050" b="0" i="0" dirty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50800" marT="50800" marB="4445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Clicked the “View” link on a pet. URL: /pets/3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65643480"/>
                  </a:ext>
                </a:extLst>
              </a:tr>
              <a:tr h="1235124"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SG" sz="1050" b="0" dirty="0">
                          <a:solidFill>
                            <a:srgbClr val="242424"/>
                          </a:solidFill>
                          <a:effectLst/>
                        </a:rPr>
                        <a:t>Route handler</a:t>
                      </a:r>
                      <a:endParaRPr lang="en-SG" sz="1050" b="0" i="0" dirty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50800" marT="50800" marB="44450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SG" sz="1050" b="0" dirty="0">
                          <a:solidFill>
                            <a:srgbClr val="242424"/>
                          </a:solidFill>
                          <a:effectLst/>
                        </a:rPr>
                        <a:t>What HTTP method and route pattern handle this request?</a:t>
                      </a:r>
                      <a:endParaRPr lang="en-SG" sz="1050" b="0" i="0" dirty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50800" marT="50800" marB="4445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GET /pets/:id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20459471"/>
                  </a:ext>
                </a:extLst>
              </a:tr>
              <a:tr h="1232073"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SG" sz="1050" b="0" dirty="0">
                          <a:solidFill>
                            <a:srgbClr val="242424"/>
                          </a:solidFill>
                          <a:effectLst/>
                        </a:rPr>
                        <a:t> Input</a:t>
                      </a:r>
                      <a:endParaRPr lang="en-SG" sz="1050" b="0" i="0" dirty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50800" marT="50800" marB="44450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SG" sz="1050" b="0" dirty="0">
                          <a:solidFill>
                            <a:srgbClr val="242424"/>
                          </a:solidFill>
                          <a:effectLst/>
                        </a:rPr>
                        <a:t>What value does the handler read, and where does it come from—for example, </a:t>
                      </a:r>
                      <a:r>
                        <a:rPr lang="en-SG" sz="1050" b="0" dirty="0" err="1">
                          <a:solidFill>
                            <a:srgbClr val="242424"/>
                          </a:solidFill>
                          <a:effectLst/>
                        </a:rPr>
                        <a:t>req.params</a:t>
                      </a:r>
                      <a:r>
                        <a:rPr lang="en-SG" sz="1050" b="0" dirty="0">
                          <a:solidFill>
                            <a:srgbClr val="242424"/>
                          </a:solidFill>
                          <a:effectLst/>
                        </a:rPr>
                        <a:t>?</a:t>
                      </a:r>
                      <a:endParaRPr lang="en-SG" sz="1050" b="0" i="0" dirty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50800" marT="50800" marB="4445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Pet id from the URL, read using req.params.id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50091390"/>
                  </a:ext>
                </a:extLst>
              </a:tr>
              <a:tr h="717239"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SG" sz="1050" b="0" dirty="0">
                          <a:solidFill>
                            <a:srgbClr val="242424"/>
                          </a:solidFill>
                          <a:effectLst/>
                        </a:rPr>
                        <a:t> Database operation</a:t>
                      </a:r>
                      <a:endParaRPr lang="en-SG" sz="1050" b="0" i="0" dirty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50800" marT="50800" marB="44450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SG" sz="1050" b="0">
                          <a:solidFill>
                            <a:srgbClr val="242424"/>
                          </a:solidFill>
                          <a:effectLst/>
                        </a:rPr>
                        <a:t>Which SQL query runs? Which table and record does it access?</a:t>
                      </a:r>
                      <a:endParaRPr lang="en-SG" sz="1050" b="0" i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50800" marT="50800" marB="4445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SELECT * FROM pets WHERE </a:t>
                      </a:r>
                      <a:r>
                        <a:rPr lang="en-SG" sz="1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petId</a:t>
                      </a:r>
                      <a:r>
                        <a:rPr lang="en-SG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= ? on the pets table, gets the row with that id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06744422"/>
                  </a:ext>
                </a:extLst>
              </a:tr>
              <a:tr h="825435"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SG" sz="1050" b="0" dirty="0">
                          <a:solidFill>
                            <a:srgbClr val="242424"/>
                          </a:solidFill>
                          <a:effectLst/>
                        </a:rPr>
                        <a:t>View</a:t>
                      </a:r>
                      <a:endParaRPr lang="en-SG" sz="1050" b="0" i="0" dirty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50800" marT="50800" marB="44450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SG" sz="1050" b="0" dirty="0">
                          <a:solidFill>
                            <a:srgbClr val="242424"/>
                          </a:solidFill>
                          <a:effectLst/>
                        </a:rPr>
                        <a:t>Which EJS template is rendered? What data is passed into it?</a:t>
                      </a:r>
                      <a:endParaRPr lang="en-SG" sz="1050" b="0" i="0" dirty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50800" marT="50800" marB="4445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pet.ejs</a:t>
                      </a:r>
                      <a:r>
                        <a:rPr lang="en-SG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passed the pet data from the query result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58318258"/>
                  </a:ext>
                </a:extLst>
              </a:tr>
              <a:tr h="1182313"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SG" sz="1050" b="0" dirty="0">
                          <a:solidFill>
                            <a:srgbClr val="242424"/>
                          </a:solidFill>
                          <a:effectLst/>
                        </a:rPr>
                        <a:t>Output</a:t>
                      </a:r>
                      <a:endParaRPr lang="en-SG" sz="1050" b="0" i="0" dirty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50800" marT="50800" marB="44450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050" b="0" dirty="0">
                          <a:solidFill>
                            <a:srgbClr val="242424"/>
                          </a:solidFill>
                          <a:effectLst/>
                        </a:rPr>
                        <a:t>What information appears on the rendered page?</a:t>
                      </a:r>
                      <a:endParaRPr lang="en-SG" sz="1050" b="0" i="0" dirty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50800" marT="50800" marB="381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Shown in the page where &lt;%= </a:t>
                      </a:r>
                      <a:r>
                        <a:rPr lang="en-SG" sz="1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pet.petName</a:t>
                      </a:r>
                      <a:r>
                        <a:rPr lang="en-SG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%&gt; and the other fields are printed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59279482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27AA5653-E8D1-D2E0-6B8D-738CD32175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047" y="2083255"/>
            <a:ext cx="4955612" cy="367858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729CD76-12CD-036D-7E6C-DC9DA2C9FABA}"/>
              </a:ext>
            </a:extLst>
          </p:cNvPr>
          <p:cNvSpPr txBox="1"/>
          <p:nvPr/>
        </p:nvSpPr>
        <p:spPr>
          <a:xfrm>
            <a:off x="1014883" y="4933741"/>
            <a:ext cx="32355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Include details for after Update Entry button is clicked</a:t>
            </a:r>
            <a:endParaRPr lang="en-SG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99251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DDE566D-ADDC-2F32-E4DA-11AA4CB68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/>
              <a:t>Where Could Payment Fit?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5A0E64D5-E0F0-F5D1-C157-D393087D8C4A}"/>
              </a:ext>
            </a:extLst>
          </p:cNvPr>
          <p:cNvGrpSpPr/>
          <p:nvPr/>
        </p:nvGrpSpPr>
        <p:grpSpPr>
          <a:xfrm>
            <a:off x="626327" y="2402205"/>
            <a:ext cx="10835640" cy="3931920"/>
            <a:chOff x="626327" y="2140266"/>
            <a:chExt cx="10835640" cy="3931920"/>
          </a:xfrm>
        </p:grpSpPr>
        <p:sp>
          <p:nvSpPr>
            <p:cNvPr id="5" name="Shape 2">
              <a:extLst>
                <a:ext uri="{FF2B5EF4-FFF2-40B4-BE49-F238E27FC236}">
                  <a16:creationId xmlns:a16="http://schemas.microsoft.com/office/drawing/2014/main" id="{8DA9D530-C311-EAE6-7585-3EA73FC85751}"/>
                </a:ext>
              </a:extLst>
            </p:cNvPr>
            <p:cNvSpPr/>
            <p:nvPr/>
          </p:nvSpPr>
          <p:spPr>
            <a:xfrm>
              <a:off x="626327" y="2140266"/>
              <a:ext cx="2006194" cy="822960"/>
            </a:xfrm>
            <a:prstGeom prst="roundRect">
              <a:avLst>
                <a:gd name="adj" fmla="val 4444"/>
              </a:avLst>
            </a:prstGeom>
            <a:solidFill>
              <a:srgbClr val="F1F7F4"/>
            </a:solidFill>
            <a:ln w="12700">
              <a:solidFill>
                <a:srgbClr val="9DBBAF"/>
              </a:solidFill>
              <a:prstDash val="solid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7" name="Text 3">
              <a:extLst>
                <a:ext uri="{FF2B5EF4-FFF2-40B4-BE49-F238E27FC236}">
                  <a16:creationId xmlns:a16="http://schemas.microsoft.com/office/drawing/2014/main" id="{44CB1AFC-D425-C9E7-44FF-E73E834BEB21}"/>
                </a:ext>
              </a:extLst>
            </p:cNvPr>
            <p:cNvSpPr/>
            <p:nvPr/>
          </p:nvSpPr>
          <p:spPr>
            <a:xfrm>
              <a:off x="699479" y="2368866"/>
              <a:ext cx="185989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73F35"/>
                  </a:solidFill>
                </a:rPr>
                <a:t>Pet owner</a:t>
              </a:r>
              <a:endParaRPr lang="en-US" sz="1200" dirty="0"/>
            </a:p>
          </p:txBody>
        </p:sp>
        <p:sp>
          <p:nvSpPr>
            <p:cNvPr id="9" name="Text 4">
              <a:extLst>
                <a:ext uri="{FF2B5EF4-FFF2-40B4-BE49-F238E27FC236}">
                  <a16:creationId xmlns:a16="http://schemas.microsoft.com/office/drawing/2014/main" id="{25585BA9-F748-EB60-EEED-CE96FD703833}"/>
                </a:ext>
              </a:extLst>
            </p:cNvPr>
            <p:cNvSpPr/>
            <p:nvPr/>
          </p:nvSpPr>
          <p:spPr>
            <a:xfrm>
              <a:off x="2632521" y="2387154"/>
              <a:ext cx="20116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5A623"/>
                  </a:solidFill>
                </a:rPr>
                <a:t>→</a:t>
              </a:r>
              <a:endParaRPr lang="en-US" sz="1600" dirty="0"/>
            </a:p>
          </p:txBody>
        </p:sp>
        <p:sp>
          <p:nvSpPr>
            <p:cNvPr id="11" name="Shape 5">
              <a:extLst>
                <a:ext uri="{FF2B5EF4-FFF2-40B4-BE49-F238E27FC236}">
                  <a16:creationId xmlns:a16="http://schemas.microsoft.com/office/drawing/2014/main" id="{BAA1A17D-A1E7-31CA-9BC2-9219AF95A874}"/>
                </a:ext>
              </a:extLst>
            </p:cNvPr>
            <p:cNvSpPr/>
            <p:nvPr/>
          </p:nvSpPr>
          <p:spPr>
            <a:xfrm>
              <a:off x="2833689" y="2140266"/>
              <a:ext cx="2006194" cy="822960"/>
            </a:xfrm>
            <a:prstGeom prst="roundRect">
              <a:avLst>
                <a:gd name="adj" fmla="val 4444"/>
              </a:avLst>
            </a:prstGeom>
            <a:solidFill>
              <a:srgbClr val="EAF5E3"/>
            </a:solidFill>
            <a:ln w="12700">
              <a:solidFill>
                <a:srgbClr val="6FBE44"/>
              </a:solidFill>
              <a:prstDash val="solid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13" name="Text 6">
              <a:extLst>
                <a:ext uri="{FF2B5EF4-FFF2-40B4-BE49-F238E27FC236}">
                  <a16:creationId xmlns:a16="http://schemas.microsoft.com/office/drawing/2014/main" id="{FD2C603A-E366-A314-A362-00C86B440A7D}"/>
                </a:ext>
              </a:extLst>
            </p:cNvPr>
            <p:cNvSpPr/>
            <p:nvPr/>
          </p:nvSpPr>
          <p:spPr>
            <a:xfrm>
              <a:off x="2906841" y="2368866"/>
              <a:ext cx="185989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73F35"/>
                  </a:solidFill>
                </a:rPr>
                <a:t>Select pet</a:t>
              </a:r>
              <a:endParaRPr lang="en-US" sz="1200" dirty="0"/>
            </a:p>
          </p:txBody>
        </p:sp>
        <p:sp>
          <p:nvSpPr>
            <p:cNvPr id="15" name="Text 7">
              <a:extLst>
                <a:ext uri="{FF2B5EF4-FFF2-40B4-BE49-F238E27FC236}">
                  <a16:creationId xmlns:a16="http://schemas.microsoft.com/office/drawing/2014/main" id="{9D7A0E9A-8F3E-B55F-EEAD-5B40901786D4}"/>
                </a:ext>
              </a:extLst>
            </p:cNvPr>
            <p:cNvSpPr/>
            <p:nvPr/>
          </p:nvSpPr>
          <p:spPr>
            <a:xfrm>
              <a:off x="4839882" y="2387154"/>
              <a:ext cx="20116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5A623"/>
                  </a:solidFill>
                </a:rPr>
                <a:t>→</a:t>
              </a:r>
              <a:endParaRPr lang="en-US" sz="1600" dirty="0"/>
            </a:p>
          </p:txBody>
        </p:sp>
        <p:sp>
          <p:nvSpPr>
            <p:cNvPr id="17" name="Shape 8">
              <a:extLst>
                <a:ext uri="{FF2B5EF4-FFF2-40B4-BE49-F238E27FC236}">
                  <a16:creationId xmlns:a16="http://schemas.microsoft.com/office/drawing/2014/main" id="{789F7F34-1291-6D54-2D53-8008A8A4A120}"/>
                </a:ext>
              </a:extLst>
            </p:cNvPr>
            <p:cNvSpPr/>
            <p:nvPr/>
          </p:nvSpPr>
          <p:spPr>
            <a:xfrm>
              <a:off x="5041050" y="2140266"/>
              <a:ext cx="2006194" cy="822960"/>
            </a:xfrm>
            <a:prstGeom prst="roundRect">
              <a:avLst>
                <a:gd name="adj" fmla="val 4444"/>
              </a:avLst>
            </a:prstGeom>
            <a:solidFill>
              <a:srgbClr val="F1F7F4"/>
            </a:solidFill>
            <a:ln w="12700">
              <a:solidFill>
                <a:srgbClr val="9DBBAF"/>
              </a:solidFill>
              <a:prstDash val="solid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19" name="Text 9">
              <a:extLst>
                <a:ext uri="{FF2B5EF4-FFF2-40B4-BE49-F238E27FC236}">
                  <a16:creationId xmlns:a16="http://schemas.microsoft.com/office/drawing/2014/main" id="{21716A0D-988B-EA38-967A-5206B94CC802}"/>
                </a:ext>
              </a:extLst>
            </p:cNvPr>
            <p:cNvSpPr/>
            <p:nvPr/>
          </p:nvSpPr>
          <p:spPr>
            <a:xfrm>
              <a:off x="5114202" y="2368866"/>
              <a:ext cx="185989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73F35"/>
                  </a:solidFill>
                </a:rPr>
                <a:t>Choose pet-care service</a:t>
              </a:r>
              <a:endParaRPr lang="en-US" sz="1200" dirty="0"/>
            </a:p>
          </p:txBody>
        </p:sp>
        <p:sp>
          <p:nvSpPr>
            <p:cNvPr id="21" name="Text 10">
              <a:extLst>
                <a:ext uri="{FF2B5EF4-FFF2-40B4-BE49-F238E27FC236}">
                  <a16:creationId xmlns:a16="http://schemas.microsoft.com/office/drawing/2014/main" id="{7551F46D-2FBC-191F-F09A-AA5124AAAED5}"/>
                </a:ext>
              </a:extLst>
            </p:cNvPr>
            <p:cNvSpPr/>
            <p:nvPr/>
          </p:nvSpPr>
          <p:spPr>
            <a:xfrm>
              <a:off x="7047244" y="2387154"/>
              <a:ext cx="20116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5A623"/>
                  </a:solidFill>
                </a:rPr>
                <a:t>→</a:t>
              </a:r>
              <a:endParaRPr lang="en-US" sz="1600" dirty="0"/>
            </a:p>
          </p:txBody>
        </p:sp>
        <p:sp>
          <p:nvSpPr>
            <p:cNvPr id="23" name="Shape 11">
              <a:extLst>
                <a:ext uri="{FF2B5EF4-FFF2-40B4-BE49-F238E27FC236}">
                  <a16:creationId xmlns:a16="http://schemas.microsoft.com/office/drawing/2014/main" id="{02B2DF1F-BA47-2A06-22B7-F2764352B1C2}"/>
                </a:ext>
              </a:extLst>
            </p:cNvPr>
            <p:cNvSpPr/>
            <p:nvPr/>
          </p:nvSpPr>
          <p:spPr>
            <a:xfrm>
              <a:off x="7248412" y="2140266"/>
              <a:ext cx="2006194" cy="822960"/>
            </a:xfrm>
            <a:prstGeom prst="roundRect">
              <a:avLst>
                <a:gd name="adj" fmla="val 4444"/>
              </a:avLst>
            </a:prstGeom>
            <a:solidFill>
              <a:srgbClr val="EAF5E3"/>
            </a:solidFill>
            <a:ln w="12700">
              <a:solidFill>
                <a:srgbClr val="6FBE44"/>
              </a:solidFill>
              <a:prstDash val="solid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25" name="Text 12">
              <a:extLst>
                <a:ext uri="{FF2B5EF4-FFF2-40B4-BE49-F238E27FC236}">
                  <a16:creationId xmlns:a16="http://schemas.microsoft.com/office/drawing/2014/main" id="{99487B44-66CC-26EB-93DA-01E46C3FBB3F}"/>
                </a:ext>
              </a:extLst>
            </p:cNvPr>
            <p:cNvSpPr/>
            <p:nvPr/>
          </p:nvSpPr>
          <p:spPr>
            <a:xfrm>
              <a:off x="7321564" y="2368866"/>
              <a:ext cx="185989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73F35"/>
                  </a:solidFill>
                </a:rPr>
                <a:t>Payment</a:t>
              </a:r>
              <a:endParaRPr lang="en-US" sz="1200" dirty="0"/>
            </a:p>
          </p:txBody>
        </p:sp>
        <p:sp>
          <p:nvSpPr>
            <p:cNvPr id="27" name="Text 13">
              <a:extLst>
                <a:ext uri="{FF2B5EF4-FFF2-40B4-BE49-F238E27FC236}">
                  <a16:creationId xmlns:a16="http://schemas.microsoft.com/office/drawing/2014/main" id="{62839B24-3931-C5CB-AB80-478D20F34D66}"/>
                </a:ext>
              </a:extLst>
            </p:cNvPr>
            <p:cNvSpPr/>
            <p:nvPr/>
          </p:nvSpPr>
          <p:spPr>
            <a:xfrm>
              <a:off x="9254605" y="2387154"/>
              <a:ext cx="20116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5A623"/>
                  </a:solidFill>
                </a:rPr>
                <a:t>→</a:t>
              </a:r>
              <a:endParaRPr lang="en-US" sz="1600" dirty="0"/>
            </a:p>
          </p:txBody>
        </p:sp>
        <p:sp>
          <p:nvSpPr>
            <p:cNvPr id="29" name="Shape 14">
              <a:extLst>
                <a:ext uri="{FF2B5EF4-FFF2-40B4-BE49-F238E27FC236}">
                  <a16:creationId xmlns:a16="http://schemas.microsoft.com/office/drawing/2014/main" id="{C1C0AF64-EBFD-5CF4-CFA1-81E1E51191FE}"/>
                </a:ext>
              </a:extLst>
            </p:cNvPr>
            <p:cNvSpPr/>
            <p:nvPr/>
          </p:nvSpPr>
          <p:spPr>
            <a:xfrm>
              <a:off x="9455773" y="2140266"/>
              <a:ext cx="2006194" cy="822960"/>
            </a:xfrm>
            <a:prstGeom prst="roundRect">
              <a:avLst>
                <a:gd name="adj" fmla="val 4444"/>
              </a:avLst>
            </a:prstGeom>
            <a:solidFill>
              <a:srgbClr val="F1F7F4"/>
            </a:solidFill>
            <a:ln w="12700">
              <a:solidFill>
                <a:srgbClr val="9DBBAF"/>
              </a:solidFill>
              <a:prstDash val="solid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31" name="Text 15">
              <a:extLst>
                <a:ext uri="{FF2B5EF4-FFF2-40B4-BE49-F238E27FC236}">
                  <a16:creationId xmlns:a16="http://schemas.microsoft.com/office/drawing/2014/main" id="{6B86F22E-AF4A-78FA-26B6-857229B54270}"/>
                </a:ext>
              </a:extLst>
            </p:cNvPr>
            <p:cNvSpPr/>
            <p:nvPr/>
          </p:nvSpPr>
          <p:spPr>
            <a:xfrm>
              <a:off x="9528925" y="2368866"/>
              <a:ext cx="185989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73F35"/>
                  </a:solidFill>
                </a:rPr>
                <a:t>Confirmation</a:t>
              </a:r>
              <a:endParaRPr lang="en-US" sz="1200" dirty="0"/>
            </a:p>
          </p:txBody>
        </p:sp>
        <p:sp>
          <p:nvSpPr>
            <p:cNvPr id="33" name="Shape 16">
              <a:extLst>
                <a:ext uri="{FF2B5EF4-FFF2-40B4-BE49-F238E27FC236}">
                  <a16:creationId xmlns:a16="http://schemas.microsoft.com/office/drawing/2014/main" id="{D6F7E764-CCFE-0692-9820-5505CCF94F64}"/>
                </a:ext>
              </a:extLst>
            </p:cNvPr>
            <p:cNvSpPr/>
            <p:nvPr/>
          </p:nvSpPr>
          <p:spPr>
            <a:xfrm>
              <a:off x="717767" y="3649026"/>
              <a:ext cx="3337560" cy="1417320"/>
            </a:xfrm>
            <a:prstGeom prst="roundRect">
              <a:avLst>
                <a:gd name="adj" fmla="val 3226"/>
              </a:avLst>
            </a:prstGeom>
            <a:solidFill>
              <a:srgbClr val="FFFFFF"/>
            </a:solidFill>
            <a:ln w="12700">
              <a:solidFill>
                <a:srgbClr val="D8DED8"/>
              </a:solidFill>
              <a:prstDash val="solid"/>
            </a:ln>
            <a:effectLst>
              <a:outerShdw blurRad="12700" dist="6350" dir="27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SG"/>
            </a:p>
          </p:txBody>
        </p:sp>
        <p:sp>
          <p:nvSpPr>
            <p:cNvPr id="35" name="Shape 17">
              <a:extLst>
                <a:ext uri="{FF2B5EF4-FFF2-40B4-BE49-F238E27FC236}">
                  <a16:creationId xmlns:a16="http://schemas.microsoft.com/office/drawing/2014/main" id="{DBCB33B5-112F-1D21-05AE-9F82FB6CD344}"/>
                </a:ext>
              </a:extLst>
            </p:cNvPr>
            <p:cNvSpPr/>
            <p:nvPr/>
          </p:nvSpPr>
          <p:spPr>
            <a:xfrm>
              <a:off x="717767" y="3649026"/>
              <a:ext cx="82296" cy="1417320"/>
            </a:xfrm>
            <a:prstGeom prst="rect">
              <a:avLst/>
            </a:prstGeom>
            <a:solidFill>
              <a:srgbClr val="6FBE44"/>
            </a:solidFill>
            <a:ln w="12700">
              <a:solidFill>
                <a:srgbClr val="6FBE44"/>
              </a:solidFill>
              <a:prstDash val="solid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37" name="Text 18">
              <a:extLst>
                <a:ext uri="{FF2B5EF4-FFF2-40B4-BE49-F238E27FC236}">
                  <a16:creationId xmlns:a16="http://schemas.microsoft.com/office/drawing/2014/main" id="{9377C0CE-4B16-4F80-6517-D6E771BA14E5}"/>
                </a:ext>
              </a:extLst>
            </p:cNvPr>
            <p:cNvSpPr/>
            <p:nvPr/>
          </p:nvSpPr>
          <p:spPr>
            <a:xfrm>
              <a:off x="946367" y="3804474"/>
              <a:ext cx="29718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173F35"/>
                  </a:solidFill>
                </a:rPr>
                <a:t>Current data</a:t>
              </a:r>
              <a:endParaRPr lang="en-US" sz="1500" dirty="0"/>
            </a:p>
          </p:txBody>
        </p:sp>
        <p:sp>
          <p:nvSpPr>
            <p:cNvPr id="39" name="Text 19">
              <a:extLst>
                <a:ext uri="{FF2B5EF4-FFF2-40B4-BE49-F238E27FC236}">
                  <a16:creationId xmlns:a16="http://schemas.microsoft.com/office/drawing/2014/main" id="{44454A77-A2C1-D5CA-F587-E16E424529F9}"/>
                </a:ext>
              </a:extLst>
            </p:cNvPr>
            <p:cNvSpPr/>
            <p:nvPr/>
          </p:nvSpPr>
          <p:spPr>
            <a:xfrm>
              <a:off x="946367" y="4215954"/>
              <a:ext cx="2953512" cy="713232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222222"/>
                  </a:solidFill>
                </a:rPr>
                <a:t>users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222222"/>
                  </a:solidFill>
                </a:rPr>
                <a:t>pets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222222"/>
                  </a:solidFill>
                </a:rPr>
                <a:t>journal</a:t>
              </a:r>
              <a:endParaRPr lang="en-US" sz="1200" dirty="0"/>
            </a:p>
          </p:txBody>
        </p:sp>
        <p:sp>
          <p:nvSpPr>
            <p:cNvPr id="41" name="Shape 20">
              <a:extLst>
                <a:ext uri="{FF2B5EF4-FFF2-40B4-BE49-F238E27FC236}">
                  <a16:creationId xmlns:a16="http://schemas.microsoft.com/office/drawing/2014/main" id="{48A28EFC-9F6B-6CA3-2D72-FC62FA910B46}"/>
                </a:ext>
              </a:extLst>
            </p:cNvPr>
            <p:cNvSpPr/>
            <p:nvPr/>
          </p:nvSpPr>
          <p:spPr>
            <a:xfrm>
              <a:off x="4375367" y="3649026"/>
              <a:ext cx="3337560" cy="1417320"/>
            </a:xfrm>
            <a:prstGeom prst="roundRect">
              <a:avLst>
                <a:gd name="adj" fmla="val 3226"/>
              </a:avLst>
            </a:prstGeom>
            <a:solidFill>
              <a:srgbClr val="FFFFFF"/>
            </a:solidFill>
            <a:ln w="12700">
              <a:solidFill>
                <a:srgbClr val="D8DED8"/>
              </a:solidFill>
              <a:prstDash val="solid"/>
            </a:ln>
            <a:effectLst>
              <a:outerShdw blurRad="12700" dist="6350" dir="27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SG"/>
            </a:p>
          </p:txBody>
        </p:sp>
        <p:sp>
          <p:nvSpPr>
            <p:cNvPr id="43" name="Shape 21">
              <a:extLst>
                <a:ext uri="{FF2B5EF4-FFF2-40B4-BE49-F238E27FC236}">
                  <a16:creationId xmlns:a16="http://schemas.microsoft.com/office/drawing/2014/main" id="{EBA0B59F-6CE2-758B-C267-1D4A9461DA7A}"/>
                </a:ext>
              </a:extLst>
            </p:cNvPr>
            <p:cNvSpPr/>
            <p:nvPr/>
          </p:nvSpPr>
          <p:spPr>
            <a:xfrm>
              <a:off x="4375367" y="3649026"/>
              <a:ext cx="82296" cy="1417320"/>
            </a:xfrm>
            <a:prstGeom prst="rect">
              <a:avLst/>
            </a:prstGeom>
            <a:solidFill>
              <a:srgbClr val="F5A623"/>
            </a:solidFill>
            <a:ln w="12700">
              <a:solidFill>
                <a:srgbClr val="F5A623"/>
              </a:solidFill>
              <a:prstDash val="solid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45" name="Text 22">
              <a:extLst>
                <a:ext uri="{FF2B5EF4-FFF2-40B4-BE49-F238E27FC236}">
                  <a16:creationId xmlns:a16="http://schemas.microsoft.com/office/drawing/2014/main" id="{EE59B6B2-095B-59DF-D359-8984520D94CE}"/>
                </a:ext>
              </a:extLst>
            </p:cNvPr>
            <p:cNvSpPr/>
            <p:nvPr/>
          </p:nvSpPr>
          <p:spPr>
            <a:xfrm>
              <a:off x="4603967" y="3804474"/>
              <a:ext cx="29718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173F35"/>
                  </a:solidFill>
                </a:rPr>
                <a:t>Possible new data</a:t>
              </a:r>
              <a:endParaRPr lang="en-US" sz="1500" dirty="0"/>
            </a:p>
          </p:txBody>
        </p:sp>
        <p:sp>
          <p:nvSpPr>
            <p:cNvPr id="47" name="Text 23">
              <a:extLst>
                <a:ext uri="{FF2B5EF4-FFF2-40B4-BE49-F238E27FC236}">
                  <a16:creationId xmlns:a16="http://schemas.microsoft.com/office/drawing/2014/main" id="{9C75BA9A-CCE1-65AA-7F1E-2E7747DA5C6C}"/>
                </a:ext>
              </a:extLst>
            </p:cNvPr>
            <p:cNvSpPr/>
            <p:nvPr/>
          </p:nvSpPr>
          <p:spPr>
            <a:xfrm>
              <a:off x="4603967" y="4215954"/>
              <a:ext cx="2953512" cy="713232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222222"/>
                  </a:solidFill>
                </a:rPr>
                <a:t>services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222222"/>
                  </a:solidFill>
                </a:rPr>
                <a:t>service bookings</a:t>
              </a:r>
              <a:endParaRPr lang="en-US" sz="1200" dirty="0"/>
            </a:p>
          </p:txBody>
        </p:sp>
        <p:sp>
          <p:nvSpPr>
            <p:cNvPr id="49" name="Shape 24">
              <a:extLst>
                <a:ext uri="{FF2B5EF4-FFF2-40B4-BE49-F238E27FC236}">
                  <a16:creationId xmlns:a16="http://schemas.microsoft.com/office/drawing/2014/main" id="{0B377FFE-B302-B2E0-2E76-6EAE9A64A404}"/>
                </a:ext>
              </a:extLst>
            </p:cNvPr>
            <p:cNvSpPr/>
            <p:nvPr/>
          </p:nvSpPr>
          <p:spPr>
            <a:xfrm>
              <a:off x="8032967" y="3649026"/>
              <a:ext cx="3337560" cy="1417320"/>
            </a:xfrm>
            <a:prstGeom prst="roundRect">
              <a:avLst>
                <a:gd name="adj" fmla="val 3226"/>
              </a:avLst>
            </a:prstGeom>
            <a:solidFill>
              <a:srgbClr val="FFFFFF"/>
            </a:solidFill>
            <a:ln w="12700">
              <a:solidFill>
                <a:srgbClr val="D8DED8"/>
              </a:solidFill>
              <a:prstDash val="solid"/>
            </a:ln>
            <a:effectLst>
              <a:outerShdw blurRad="12700" dist="6350" dir="27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SG"/>
            </a:p>
          </p:txBody>
        </p:sp>
        <p:sp>
          <p:nvSpPr>
            <p:cNvPr id="51" name="Shape 25">
              <a:extLst>
                <a:ext uri="{FF2B5EF4-FFF2-40B4-BE49-F238E27FC236}">
                  <a16:creationId xmlns:a16="http://schemas.microsoft.com/office/drawing/2014/main" id="{56576664-26DE-CCA9-A4D7-8C1AC614F468}"/>
                </a:ext>
              </a:extLst>
            </p:cNvPr>
            <p:cNvSpPr/>
            <p:nvPr/>
          </p:nvSpPr>
          <p:spPr>
            <a:xfrm>
              <a:off x="8032967" y="3649026"/>
              <a:ext cx="82296" cy="1417320"/>
            </a:xfrm>
            <a:prstGeom prst="rect">
              <a:avLst/>
            </a:prstGeom>
            <a:solidFill>
              <a:srgbClr val="007A5E"/>
            </a:solidFill>
            <a:ln w="12700">
              <a:solidFill>
                <a:srgbClr val="007A5E"/>
              </a:solidFill>
              <a:prstDash val="solid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53" name="Text 26">
              <a:extLst>
                <a:ext uri="{FF2B5EF4-FFF2-40B4-BE49-F238E27FC236}">
                  <a16:creationId xmlns:a16="http://schemas.microsoft.com/office/drawing/2014/main" id="{8B339C22-AF86-9D8C-4009-2FA1111B9140}"/>
                </a:ext>
              </a:extLst>
            </p:cNvPr>
            <p:cNvSpPr/>
            <p:nvPr/>
          </p:nvSpPr>
          <p:spPr>
            <a:xfrm>
              <a:off x="8261567" y="3804474"/>
              <a:ext cx="29718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173F35"/>
                  </a:solidFill>
                </a:rPr>
                <a:t>Possible Payment data</a:t>
              </a:r>
              <a:endParaRPr lang="en-US" sz="1500" dirty="0"/>
            </a:p>
          </p:txBody>
        </p:sp>
        <p:sp>
          <p:nvSpPr>
            <p:cNvPr id="55" name="Text 27">
              <a:extLst>
                <a:ext uri="{FF2B5EF4-FFF2-40B4-BE49-F238E27FC236}">
                  <a16:creationId xmlns:a16="http://schemas.microsoft.com/office/drawing/2014/main" id="{4539F250-ED6A-67DD-FFBE-AF124205E3BE}"/>
                </a:ext>
              </a:extLst>
            </p:cNvPr>
            <p:cNvSpPr/>
            <p:nvPr/>
          </p:nvSpPr>
          <p:spPr>
            <a:xfrm>
              <a:off x="8261567" y="4215954"/>
              <a:ext cx="2953512" cy="713232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222222"/>
                  </a:solidFill>
                </a:rPr>
                <a:t>amount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222222"/>
                  </a:solidFill>
                </a:rPr>
                <a:t>method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222222"/>
                  </a:solidFill>
                </a:rPr>
                <a:t>status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222222"/>
                  </a:solidFill>
                </a:rPr>
                <a:t>timestamp</a:t>
              </a:r>
              <a:endParaRPr lang="en-US" sz="1200" dirty="0"/>
            </a:p>
          </p:txBody>
        </p:sp>
        <p:sp>
          <p:nvSpPr>
            <p:cNvPr id="57" name="Text 28">
              <a:extLst>
                <a:ext uri="{FF2B5EF4-FFF2-40B4-BE49-F238E27FC236}">
                  <a16:creationId xmlns:a16="http://schemas.microsoft.com/office/drawing/2014/main" id="{CC5675C7-3D71-F201-3372-66B95DD9BB49}"/>
                </a:ext>
              </a:extLst>
            </p:cNvPr>
            <p:cNvSpPr/>
            <p:nvPr/>
          </p:nvSpPr>
          <p:spPr>
            <a:xfrm>
              <a:off x="854927" y="5706426"/>
              <a:ext cx="1033272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700" b="1" dirty="0">
                  <a:solidFill>
                    <a:srgbClr val="173F35"/>
                  </a:solidFill>
                </a:rPr>
                <a:t>Design question: Which new records are needed before PetCareApp can charge for a service?</a:t>
              </a:r>
              <a:endParaRPr lang="en-US" sz="1700" dirty="0"/>
            </a:p>
          </p:txBody>
        </p:sp>
      </p:grpSp>
    </p:spTree>
    <p:extLst>
      <p:ext uri="{BB962C8B-B14F-4D97-AF65-F5344CB8AC3E}">
        <p14:creationId xmlns:p14="http://schemas.microsoft.com/office/powerpoint/2010/main" val="39121644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light bulb robot with arms outstretched&#10;&#10;Description automatically generated">
            <a:extLst>
              <a:ext uri="{FF2B5EF4-FFF2-40B4-BE49-F238E27FC236}">
                <a16:creationId xmlns:a16="http://schemas.microsoft.com/office/drawing/2014/main" id="{36DC0235-4BF4-159E-6834-FE7C88CC42A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526" r="26435" b="3"/>
          <a:stretch/>
        </p:blipFill>
        <p:spPr>
          <a:xfrm>
            <a:off x="6376384" y="1758949"/>
            <a:ext cx="4313115" cy="4489451"/>
          </a:xfrm>
          <a:prstGeom prst="rect">
            <a:avLst/>
          </a:prstGeo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227114-B39C-B115-332B-40D8745EB592}"/>
              </a:ext>
            </a:extLst>
          </p:cNvPr>
          <p:cNvSpPr>
            <a:spLocks noGrp="1"/>
          </p:cNvSpPr>
          <p:nvPr>
            <p:ph sz="quarter" idx="20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SG" b="1" dirty="0"/>
              <a:t>In this lesson, we revised…</a:t>
            </a:r>
            <a:endParaRPr lang="en-SG" dirty="0"/>
          </a:p>
          <a:p>
            <a:pPr lvl="0">
              <a:lnSpc>
                <a:spcPct val="120000"/>
              </a:lnSpc>
            </a:pPr>
            <a:r>
              <a:rPr lang="en-SG" dirty="0"/>
              <a:t>JavaScript conditions, arrays and loops using payment-related examples. </a:t>
            </a:r>
          </a:p>
          <a:p>
            <a:pPr lvl="0">
              <a:lnSpc>
                <a:spcPct val="120000"/>
              </a:lnSpc>
            </a:pPr>
            <a:r>
              <a:rPr lang="en-SG" dirty="0"/>
              <a:t>How app.js, MySQL and EJS templates work together in </a:t>
            </a:r>
            <a:r>
              <a:rPr lang="en-SG" dirty="0" err="1"/>
              <a:t>PetCareApp</a:t>
            </a:r>
            <a:r>
              <a:rPr lang="en-SG" dirty="0"/>
              <a:t>. </a:t>
            </a:r>
          </a:p>
          <a:p>
            <a:pPr lvl="0">
              <a:lnSpc>
                <a:spcPct val="120000"/>
              </a:lnSpc>
            </a:pPr>
            <a:r>
              <a:rPr lang="en-SG" dirty="0"/>
              <a:t>How to trace GET and POST requests, from browser actions through route handlers and database operations to the displayed response. </a:t>
            </a:r>
          </a:p>
          <a:p>
            <a:pPr marL="0" indent="0">
              <a:lnSpc>
                <a:spcPct val="120000"/>
              </a:lnSpc>
              <a:buNone/>
            </a:pPr>
            <a:endParaRPr lang="en-SG" b="1" dirty="0"/>
          </a:p>
          <a:p>
            <a:pPr marL="0" indent="0">
              <a:lnSpc>
                <a:spcPct val="120000"/>
              </a:lnSpc>
              <a:buNone/>
            </a:pPr>
            <a:r>
              <a:rPr lang="en-SG" b="1" dirty="0"/>
              <a:t>We also explored…</a:t>
            </a:r>
            <a:endParaRPr lang="en-SG" dirty="0"/>
          </a:p>
          <a:p>
            <a:pPr lvl="0">
              <a:lnSpc>
                <a:spcPct val="120000"/>
              </a:lnSpc>
            </a:pPr>
            <a:r>
              <a:rPr lang="en-SG" dirty="0"/>
              <a:t>Where payment functionality could fit into the pet-care service workflow. </a:t>
            </a:r>
          </a:p>
          <a:p>
            <a:pPr lvl="0">
              <a:lnSpc>
                <a:spcPct val="120000"/>
              </a:lnSpc>
            </a:pPr>
            <a:r>
              <a:rPr lang="en-SG" dirty="0"/>
              <a:t>The additional service, booking and payment records needed to support that workflow. </a:t>
            </a:r>
          </a:p>
          <a:p>
            <a:endParaRPr lang="en-SG" dirty="0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5A7B1832-DAD6-0411-07DA-0B0863767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SG" dirty="0"/>
              <a:t>Summary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0197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A6DC3A-B3CC-A34A-9D13-49EB05A1CA7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en-US" dirty="0"/>
              <a:t>Commit your code or any changes you may have made to GitHub (Individual)</a:t>
            </a:r>
          </a:p>
          <a:p>
            <a:r>
              <a:rPr lang="en-US" dirty="0"/>
              <a:t>Worksheet (Individual)</a:t>
            </a:r>
          </a:p>
          <a:p>
            <a:r>
              <a:rPr lang="en-SG" dirty="0">
                <a:highlight>
                  <a:srgbClr val="FFFF00"/>
                </a:highlight>
              </a:rPr>
              <a:t>Upload your deliverables to POLITEMALL even if it is incomplete before the next session. </a:t>
            </a:r>
          </a:p>
          <a:p>
            <a:r>
              <a:rPr lang="en-SG" dirty="0">
                <a:highlight>
                  <a:srgbClr val="FFFF00"/>
                </a:highlight>
              </a:rPr>
              <a:t>You can resubmit by 2359 if there are updates.</a:t>
            </a:r>
            <a:endParaRPr lang="en-SG" dirty="0"/>
          </a:p>
          <a:p>
            <a:endParaRPr lang="en-SG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1FCB9F3-C0C9-52BC-F86D-B270B5425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SG" dirty="0"/>
              <a:t>Submissions</a:t>
            </a:r>
          </a:p>
        </p:txBody>
      </p:sp>
    </p:spTree>
    <p:extLst>
      <p:ext uri="{BB962C8B-B14F-4D97-AF65-F5344CB8AC3E}">
        <p14:creationId xmlns:p14="http://schemas.microsoft.com/office/powerpoint/2010/main" val="3935850767"/>
      </p:ext>
    </p:extLst>
  </p:cSld>
  <p:clrMapOvr>
    <a:masterClrMapping/>
  </p:clrMapOvr>
</p:sld>
</file>

<file path=ppt/theme/theme1.xml><?xml version="1.0" encoding="utf-8"?>
<a:theme xmlns:a="http://schemas.openxmlformats.org/drawingml/2006/main" name="RP PPT Slide Template (16-9)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25ec627-a3d7-4544-8c26-d34fce24e371}" enabled="1" method="Privileged" siteId="{f688b0d0-79f0-40a4-8644-35fcdee9d0f3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RP PPT Slide Template (16-9)</Template>
  <TotalTime>2683</TotalTime>
  <Words>2365</Words>
  <Application>Microsoft Office PowerPoint</Application>
  <PresentationFormat>Widescreen</PresentationFormat>
  <Paragraphs>394</Paragraphs>
  <Slides>32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Aptos</vt:lpstr>
      <vt:lpstr>Arial</vt:lpstr>
      <vt:lpstr>Arial Black</vt:lpstr>
      <vt:lpstr>Calibri</vt:lpstr>
      <vt:lpstr>Courier New</vt:lpstr>
      <vt:lpstr>Segoe UI</vt:lpstr>
      <vt:lpstr>RP PPT Slide Template (16-9)</vt:lpstr>
      <vt:lpstr>C372 Payment Technologies</vt:lpstr>
      <vt:lpstr>Administrative matters</vt:lpstr>
      <vt:lpstr>Lesson Objectives</vt:lpstr>
      <vt:lpstr>Recap</vt:lpstr>
      <vt:lpstr>How Digital Payments Move: Three Architectures</vt:lpstr>
      <vt:lpstr>Key players</vt:lpstr>
      <vt:lpstr>A Payment Does Not Happen All at Once</vt:lpstr>
      <vt:lpstr>Web Application Revision</vt:lpstr>
      <vt:lpstr>PowerPoint Presentation</vt:lpstr>
      <vt:lpstr>Exercise 1</vt:lpstr>
      <vt:lpstr>Exercise 1</vt:lpstr>
      <vt:lpstr>Exercise 1</vt:lpstr>
      <vt:lpstr>Exercise 2</vt:lpstr>
      <vt:lpstr>Exercise 3</vt:lpstr>
      <vt:lpstr>PetCareApp Walkthrough</vt:lpstr>
      <vt:lpstr>PetCareApp Walkthrough</vt:lpstr>
      <vt:lpstr>PetCareApp Structure</vt:lpstr>
      <vt:lpstr>PetCareApp data</vt:lpstr>
      <vt:lpstr>PetCareApp Walkthrough</vt:lpstr>
      <vt:lpstr>PetCareApp Walkthrough - Signup</vt:lpstr>
      <vt:lpstr>PetCareApp Walkthrough - Pet context and journal entries </vt:lpstr>
      <vt:lpstr>PetCareApp Walkthrough – Journal Entry</vt:lpstr>
      <vt:lpstr>PetCareApp Walkthrough – A form submission becomes a parameterized SQL query </vt:lpstr>
      <vt:lpstr>PowerPoint Presentation</vt:lpstr>
      <vt:lpstr>app.js </vt:lpstr>
      <vt:lpstr>PetCareApp Project Folder Structure</vt:lpstr>
      <vt:lpstr>How it works</vt:lpstr>
      <vt:lpstr>Exercise 4</vt:lpstr>
      <vt:lpstr>Exercise 5</vt:lpstr>
      <vt:lpstr>Where Could Payment Fit?</vt:lpstr>
      <vt:lpstr>Summary</vt:lpstr>
      <vt:lpstr>Submissions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Magdalene Lim (RP)</dc:creator>
  <cp:lastModifiedBy>ELTON SEET SHOU EN</cp:lastModifiedBy>
  <cp:revision>2</cp:revision>
  <dcterms:created xsi:type="dcterms:W3CDTF">2026-09-16T06:41:26Z</dcterms:created>
  <dcterms:modified xsi:type="dcterms:W3CDTF">2026-10-20T06:19:00Z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RP PPT Slide Template (16-9):11</vt:lpwstr>
  </property>
  <property fmtid="{D5CDD505-2E9C-101B-9397-08002B2CF9AE}" pid="3" name="ClassificationContentMarkingHeaderText">
    <vt:lpwstr>Official (Closed) \ Sensitive Normal</vt:lpwstr>
  </property>
</Properties>
</file>